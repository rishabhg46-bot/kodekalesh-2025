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96" y="5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F7D947-9440-45C8-8058-40384ED68B2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6EC8578-7BC4-46D0-AAC6-FEEC4694F10A}">
      <dgm:prSet/>
      <dgm:spPr/>
      <dgm:t>
        <a:bodyPr/>
        <a:lstStyle/>
        <a:p>
          <a:r>
            <a:rPr lang="en-US"/>
            <a:t>Hackathon 2025</a:t>
          </a:r>
        </a:p>
      </dgm:t>
    </dgm:pt>
    <dgm:pt modelId="{0E14C660-B2EA-4C1B-84E6-F0790FA900B6}" type="parTrans" cxnId="{34126550-EFD6-41C9-8BAE-90827C2410F2}">
      <dgm:prSet/>
      <dgm:spPr/>
      <dgm:t>
        <a:bodyPr/>
        <a:lstStyle/>
        <a:p>
          <a:endParaRPr lang="en-US"/>
        </a:p>
      </dgm:t>
    </dgm:pt>
    <dgm:pt modelId="{B4E7E72C-C8BB-4702-9FC0-82C83E0EB0ED}" type="sibTrans" cxnId="{34126550-EFD6-41C9-8BAE-90827C2410F2}">
      <dgm:prSet/>
      <dgm:spPr/>
      <dgm:t>
        <a:bodyPr/>
        <a:lstStyle/>
        <a:p>
          <a:endParaRPr lang="en-US"/>
        </a:p>
      </dgm:t>
    </dgm:pt>
    <dgm:pt modelId="{F8B7A0EC-3464-41D0-8273-BAFE822F0FE7}">
      <dgm:prSet custT="1"/>
      <dgm:spPr/>
      <dgm:t>
        <a:bodyPr/>
        <a:lstStyle/>
        <a:p>
          <a:r>
            <a:rPr lang="en-US" sz="2000" dirty="0"/>
            <a:t>Team: </a:t>
          </a:r>
          <a:r>
            <a:rPr lang="en-US" sz="2000" dirty="0" err="1"/>
            <a:t>CodeEats</a:t>
          </a:r>
          <a:endParaRPr lang="en-US" sz="2000" dirty="0"/>
        </a:p>
      </dgm:t>
    </dgm:pt>
    <dgm:pt modelId="{EDA6E490-C587-4F73-8F9D-FCBEC7226811}" type="parTrans" cxnId="{D19849E5-FE9D-46F9-904F-A8B371C91A33}">
      <dgm:prSet/>
      <dgm:spPr/>
      <dgm:t>
        <a:bodyPr/>
        <a:lstStyle/>
        <a:p>
          <a:endParaRPr lang="en-US"/>
        </a:p>
      </dgm:t>
    </dgm:pt>
    <dgm:pt modelId="{625029F4-5B90-4B73-8A8A-4E9097EFAB7C}" type="sibTrans" cxnId="{D19849E5-FE9D-46F9-904F-A8B371C91A33}">
      <dgm:prSet/>
      <dgm:spPr/>
      <dgm:t>
        <a:bodyPr/>
        <a:lstStyle/>
        <a:p>
          <a:endParaRPr lang="en-US"/>
        </a:p>
      </dgm:t>
    </dgm:pt>
    <dgm:pt modelId="{8DC0B998-C79B-417B-98C2-7245A68014CA}">
      <dgm:prSet/>
      <dgm:spPr/>
      <dgm:t>
        <a:bodyPr/>
        <a:lstStyle/>
        <a:p>
          <a:r>
            <a:rPr lang="en-US" dirty="0"/>
            <a:t>Members : Rishabh Gupta</a:t>
          </a:r>
        </a:p>
        <a:p>
          <a:r>
            <a:rPr lang="en-US" dirty="0"/>
            <a:t>Uday Gautam</a:t>
          </a:r>
        </a:p>
        <a:p>
          <a:endParaRPr lang="en-US" dirty="0"/>
        </a:p>
      </dgm:t>
    </dgm:pt>
    <dgm:pt modelId="{FFEAB6B3-F5E8-468C-BDC2-4145B5669305}" type="parTrans" cxnId="{583DC8C3-EB8C-4F1D-8486-18403DD29453}">
      <dgm:prSet/>
      <dgm:spPr/>
      <dgm:t>
        <a:bodyPr/>
        <a:lstStyle/>
        <a:p>
          <a:endParaRPr lang="en-US"/>
        </a:p>
      </dgm:t>
    </dgm:pt>
    <dgm:pt modelId="{35427F1B-6727-4950-8D82-B82D493C83A7}" type="sibTrans" cxnId="{583DC8C3-EB8C-4F1D-8486-18403DD29453}">
      <dgm:prSet/>
      <dgm:spPr/>
      <dgm:t>
        <a:bodyPr/>
        <a:lstStyle/>
        <a:p>
          <a:endParaRPr lang="en-US"/>
        </a:p>
      </dgm:t>
    </dgm:pt>
    <dgm:pt modelId="{D9D4FD57-818A-45CB-A8DE-BCCAA41DDC04}" type="pres">
      <dgm:prSet presAssocID="{54F7D947-9440-45C8-8058-40384ED68B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8CEB79-8A8D-4AF9-9C72-40B911E52B37}" type="pres">
      <dgm:prSet presAssocID="{A6EC8578-7BC4-46D0-AAC6-FEEC4694F10A}" presName="hierRoot1" presStyleCnt="0"/>
      <dgm:spPr/>
    </dgm:pt>
    <dgm:pt modelId="{FCA1E45A-1834-4552-8559-1C9B82E61136}" type="pres">
      <dgm:prSet presAssocID="{A6EC8578-7BC4-46D0-AAC6-FEEC4694F10A}" presName="composite" presStyleCnt="0"/>
      <dgm:spPr/>
    </dgm:pt>
    <dgm:pt modelId="{DB1F0576-1AAC-4499-93AA-C8070C3BBA04}" type="pres">
      <dgm:prSet presAssocID="{A6EC8578-7BC4-46D0-AAC6-FEEC4694F10A}" presName="background" presStyleLbl="node0" presStyleIdx="0" presStyleCnt="3"/>
      <dgm:spPr/>
    </dgm:pt>
    <dgm:pt modelId="{9B0949E8-5C83-4E66-969A-49EB77EA31B5}" type="pres">
      <dgm:prSet presAssocID="{A6EC8578-7BC4-46D0-AAC6-FEEC4694F10A}" presName="text" presStyleLbl="fgAcc0" presStyleIdx="0" presStyleCnt="3">
        <dgm:presLayoutVars>
          <dgm:chPref val="3"/>
        </dgm:presLayoutVars>
      </dgm:prSet>
      <dgm:spPr/>
    </dgm:pt>
    <dgm:pt modelId="{796638E9-598B-4916-9398-51EB73C95879}" type="pres">
      <dgm:prSet presAssocID="{A6EC8578-7BC4-46D0-AAC6-FEEC4694F10A}" presName="hierChild2" presStyleCnt="0"/>
      <dgm:spPr/>
    </dgm:pt>
    <dgm:pt modelId="{ABDBB4B1-798C-4472-8046-A85603161392}" type="pres">
      <dgm:prSet presAssocID="{F8B7A0EC-3464-41D0-8273-BAFE822F0FE7}" presName="hierRoot1" presStyleCnt="0"/>
      <dgm:spPr/>
    </dgm:pt>
    <dgm:pt modelId="{E932D1B4-4BF8-43C7-955A-4EFA986A5DD9}" type="pres">
      <dgm:prSet presAssocID="{F8B7A0EC-3464-41D0-8273-BAFE822F0FE7}" presName="composite" presStyleCnt="0"/>
      <dgm:spPr/>
    </dgm:pt>
    <dgm:pt modelId="{BBD07E0D-0C0C-4B38-8F57-1BBF96B75DA4}" type="pres">
      <dgm:prSet presAssocID="{F8B7A0EC-3464-41D0-8273-BAFE822F0FE7}" presName="background" presStyleLbl="node0" presStyleIdx="1" presStyleCnt="3"/>
      <dgm:spPr/>
    </dgm:pt>
    <dgm:pt modelId="{D1C56FF4-2B33-4D2A-A730-2998DA50DB61}" type="pres">
      <dgm:prSet presAssocID="{F8B7A0EC-3464-41D0-8273-BAFE822F0FE7}" presName="text" presStyleLbl="fgAcc0" presStyleIdx="1" presStyleCnt="3">
        <dgm:presLayoutVars>
          <dgm:chPref val="3"/>
        </dgm:presLayoutVars>
      </dgm:prSet>
      <dgm:spPr/>
    </dgm:pt>
    <dgm:pt modelId="{F1AF2EE1-2AB3-4A09-921C-150B5C9CC39D}" type="pres">
      <dgm:prSet presAssocID="{F8B7A0EC-3464-41D0-8273-BAFE822F0FE7}" presName="hierChild2" presStyleCnt="0"/>
      <dgm:spPr/>
    </dgm:pt>
    <dgm:pt modelId="{8485F44D-FB79-4167-9E97-D406D2460AB4}" type="pres">
      <dgm:prSet presAssocID="{8DC0B998-C79B-417B-98C2-7245A68014CA}" presName="hierRoot1" presStyleCnt="0"/>
      <dgm:spPr/>
    </dgm:pt>
    <dgm:pt modelId="{15500AA3-B2DD-423A-8982-BB15181AA301}" type="pres">
      <dgm:prSet presAssocID="{8DC0B998-C79B-417B-98C2-7245A68014CA}" presName="composite" presStyleCnt="0"/>
      <dgm:spPr/>
    </dgm:pt>
    <dgm:pt modelId="{7D76B3C2-E25A-4F20-89D1-515686DB800A}" type="pres">
      <dgm:prSet presAssocID="{8DC0B998-C79B-417B-98C2-7245A68014CA}" presName="background" presStyleLbl="node0" presStyleIdx="2" presStyleCnt="3"/>
      <dgm:spPr/>
    </dgm:pt>
    <dgm:pt modelId="{51EFC5B3-0176-451A-A48B-870338625630}" type="pres">
      <dgm:prSet presAssocID="{8DC0B998-C79B-417B-98C2-7245A68014CA}" presName="text" presStyleLbl="fgAcc0" presStyleIdx="2" presStyleCnt="3">
        <dgm:presLayoutVars>
          <dgm:chPref val="3"/>
        </dgm:presLayoutVars>
      </dgm:prSet>
      <dgm:spPr/>
    </dgm:pt>
    <dgm:pt modelId="{FFD298FF-A2E3-4E2C-B3AD-3005C2169E0A}" type="pres">
      <dgm:prSet presAssocID="{8DC0B998-C79B-417B-98C2-7245A68014CA}" presName="hierChild2" presStyleCnt="0"/>
      <dgm:spPr/>
    </dgm:pt>
  </dgm:ptLst>
  <dgm:cxnLst>
    <dgm:cxn modelId="{8C68E81F-0D83-426D-B134-1548B32B43C1}" type="presOf" srcId="{A6EC8578-7BC4-46D0-AAC6-FEEC4694F10A}" destId="{9B0949E8-5C83-4E66-969A-49EB77EA31B5}" srcOrd="0" destOrd="0" presId="urn:microsoft.com/office/officeart/2005/8/layout/hierarchy1"/>
    <dgm:cxn modelId="{34126550-EFD6-41C9-8BAE-90827C2410F2}" srcId="{54F7D947-9440-45C8-8058-40384ED68B2F}" destId="{A6EC8578-7BC4-46D0-AAC6-FEEC4694F10A}" srcOrd="0" destOrd="0" parTransId="{0E14C660-B2EA-4C1B-84E6-F0790FA900B6}" sibTransId="{B4E7E72C-C8BB-4702-9FC0-82C83E0EB0ED}"/>
    <dgm:cxn modelId="{68D3F588-4711-4384-AA3B-1D14B391887A}" type="presOf" srcId="{8DC0B998-C79B-417B-98C2-7245A68014CA}" destId="{51EFC5B3-0176-451A-A48B-870338625630}" srcOrd="0" destOrd="0" presId="urn:microsoft.com/office/officeart/2005/8/layout/hierarchy1"/>
    <dgm:cxn modelId="{583DC8C3-EB8C-4F1D-8486-18403DD29453}" srcId="{54F7D947-9440-45C8-8058-40384ED68B2F}" destId="{8DC0B998-C79B-417B-98C2-7245A68014CA}" srcOrd="2" destOrd="0" parTransId="{FFEAB6B3-F5E8-468C-BDC2-4145B5669305}" sibTransId="{35427F1B-6727-4950-8D82-B82D493C83A7}"/>
    <dgm:cxn modelId="{D19849E5-FE9D-46F9-904F-A8B371C91A33}" srcId="{54F7D947-9440-45C8-8058-40384ED68B2F}" destId="{F8B7A0EC-3464-41D0-8273-BAFE822F0FE7}" srcOrd="1" destOrd="0" parTransId="{EDA6E490-C587-4F73-8F9D-FCBEC7226811}" sibTransId="{625029F4-5B90-4B73-8A8A-4E9097EFAB7C}"/>
    <dgm:cxn modelId="{BCBB12F0-5931-4844-9D13-D786F7A34B50}" type="presOf" srcId="{F8B7A0EC-3464-41D0-8273-BAFE822F0FE7}" destId="{D1C56FF4-2B33-4D2A-A730-2998DA50DB61}" srcOrd="0" destOrd="0" presId="urn:microsoft.com/office/officeart/2005/8/layout/hierarchy1"/>
    <dgm:cxn modelId="{4794EDFB-DB0B-4995-8BD2-95319BD573BB}" type="presOf" srcId="{54F7D947-9440-45C8-8058-40384ED68B2F}" destId="{D9D4FD57-818A-45CB-A8DE-BCCAA41DDC04}" srcOrd="0" destOrd="0" presId="urn:microsoft.com/office/officeart/2005/8/layout/hierarchy1"/>
    <dgm:cxn modelId="{391F6288-B23C-4F89-8129-F50B0EF0EF5E}" type="presParOf" srcId="{D9D4FD57-818A-45CB-A8DE-BCCAA41DDC04}" destId="{4E8CEB79-8A8D-4AF9-9C72-40B911E52B37}" srcOrd="0" destOrd="0" presId="urn:microsoft.com/office/officeart/2005/8/layout/hierarchy1"/>
    <dgm:cxn modelId="{E669354E-4ECF-490B-98F7-B2CD4F90C3F1}" type="presParOf" srcId="{4E8CEB79-8A8D-4AF9-9C72-40B911E52B37}" destId="{FCA1E45A-1834-4552-8559-1C9B82E61136}" srcOrd="0" destOrd="0" presId="urn:microsoft.com/office/officeart/2005/8/layout/hierarchy1"/>
    <dgm:cxn modelId="{B9BF7926-9891-4129-92E7-F2DAD3B4FB7C}" type="presParOf" srcId="{FCA1E45A-1834-4552-8559-1C9B82E61136}" destId="{DB1F0576-1AAC-4499-93AA-C8070C3BBA04}" srcOrd="0" destOrd="0" presId="urn:microsoft.com/office/officeart/2005/8/layout/hierarchy1"/>
    <dgm:cxn modelId="{7C904B03-A2D1-4A0C-B171-DDEE6D1B113D}" type="presParOf" srcId="{FCA1E45A-1834-4552-8559-1C9B82E61136}" destId="{9B0949E8-5C83-4E66-969A-49EB77EA31B5}" srcOrd="1" destOrd="0" presId="urn:microsoft.com/office/officeart/2005/8/layout/hierarchy1"/>
    <dgm:cxn modelId="{EDB79B4C-E673-4040-963F-D586D366649F}" type="presParOf" srcId="{4E8CEB79-8A8D-4AF9-9C72-40B911E52B37}" destId="{796638E9-598B-4916-9398-51EB73C95879}" srcOrd="1" destOrd="0" presId="urn:microsoft.com/office/officeart/2005/8/layout/hierarchy1"/>
    <dgm:cxn modelId="{E862247F-2CE4-42F9-8184-030383BEA4F2}" type="presParOf" srcId="{D9D4FD57-818A-45CB-A8DE-BCCAA41DDC04}" destId="{ABDBB4B1-798C-4472-8046-A85603161392}" srcOrd="1" destOrd="0" presId="urn:microsoft.com/office/officeart/2005/8/layout/hierarchy1"/>
    <dgm:cxn modelId="{5178C5F9-7726-4C21-B7FD-5142214E58A9}" type="presParOf" srcId="{ABDBB4B1-798C-4472-8046-A85603161392}" destId="{E932D1B4-4BF8-43C7-955A-4EFA986A5DD9}" srcOrd="0" destOrd="0" presId="urn:microsoft.com/office/officeart/2005/8/layout/hierarchy1"/>
    <dgm:cxn modelId="{CB32AD8E-E871-443A-809D-25335B91D33F}" type="presParOf" srcId="{E932D1B4-4BF8-43C7-955A-4EFA986A5DD9}" destId="{BBD07E0D-0C0C-4B38-8F57-1BBF96B75DA4}" srcOrd="0" destOrd="0" presId="urn:microsoft.com/office/officeart/2005/8/layout/hierarchy1"/>
    <dgm:cxn modelId="{9AAE8DD4-4611-4C54-B39F-3A2CF288D0A1}" type="presParOf" srcId="{E932D1B4-4BF8-43C7-955A-4EFA986A5DD9}" destId="{D1C56FF4-2B33-4D2A-A730-2998DA50DB61}" srcOrd="1" destOrd="0" presId="urn:microsoft.com/office/officeart/2005/8/layout/hierarchy1"/>
    <dgm:cxn modelId="{93651EFC-9284-4811-882E-257A1E22DDA0}" type="presParOf" srcId="{ABDBB4B1-798C-4472-8046-A85603161392}" destId="{F1AF2EE1-2AB3-4A09-921C-150B5C9CC39D}" srcOrd="1" destOrd="0" presId="urn:microsoft.com/office/officeart/2005/8/layout/hierarchy1"/>
    <dgm:cxn modelId="{17A67552-95FD-427E-A320-D429F317649D}" type="presParOf" srcId="{D9D4FD57-818A-45CB-A8DE-BCCAA41DDC04}" destId="{8485F44D-FB79-4167-9E97-D406D2460AB4}" srcOrd="2" destOrd="0" presId="urn:microsoft.com/office/officeart/2005/8/layout/hierarchy1"/>
    <dgm:cxn modelId="{D617CF16-ACC0-46AC-98AC-6CF4379D7726}" type="presParOf" srcId="{8485F44D-FB79-4167-9E97-D406D2460AB4}" destId="{15500AA3-B2DD-423A-8982-BB15181AA301}" srcOrd="0" destOrd="0" presId="urn:microsoft.com/office/officeart/2005/8/layout/hierarchy1"/>
    <dgm:cxn modelId="{A35C87D7-F997-4603-83B6-1435AB52D165}" type="presParOf" srcId="{15500AA3-B2DD-423A-8982-BB15181AA301}" destId="{7D76B3C2-E25A-4F20-89D1-515686DB800A}" srcOrd="0" destOrd="0" presId="urn:microsoft.com/office/officeart/2005/8/layout/hierarchy1"/>
    <dgm:cxn modelId="{F507687D-39F2-4471-B75F-CE12A3C19674}" type="presParOf" srcId="{15500AA3-B2DD-423A-8982-BB15181AA301}" destId="{51EFC5B3-0176-451A-A48B-870338625630}" srcOrd="1" destOrd="0" presId="urn:microsoft.com/office/officeart/2005/8/layout/hierarchy1"/>
    <dgm:cxn modelId="{7527EC9D-5B44-4820-BC18-D0577255C1FF}" type="presParOf" srcId="{8485F44D-FB79-4167-9E97-D406D2460AB4}" destId="{FFD298FF-A2E3-4E2C-B3AD-3005C2169E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D4A234-A60B-44A3-9AAC-21F3E9B6D34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9675E6E-4075-4054-8264-EAE25AD5ECAB}">
      <dgm:prSet/>
      <dgm:spPr/>
      <dgm:t>
        <a:bodyPr/>
        <a:lstStyle/>
        <a:p>
          <a:r>
            <a:rPr lang="en-US"/>
            <a:t>• Rising financial frauds impacting individuals and businesses</a:t>
          </a:r>
        </a:p>
      </dgm:t>
    </dgm:pt>
    <dgm:pt modelId="{1FA3F3AE-32D7-4DC7-977F-F570016BED2E}" type="parTrans" cxnId="{0CDDC821-C861-47A9-8DFB-42FE1305A0FE}">
      <dgm:prSet/>
      <dgm:spPr/>
      <dgm:t>
        <a:bodyPr/>
        <a:lstStyle/>
        <a:p>
          <a:endParaRPr lang="en-US"/>
        </a:p>
      </dgm:t>
    </dgm:pt>
    <dgm:pt modelId="{55B8F8B5-B765-47FC-8305-179C8871C3CB}" type="sibTrans" cxnId="{0CDDC821-C861-47A9-8DFB-42FE1305A0FE}">
      <dgm:prSet/>
      <dgm:spPr/>
      <dgm:t>
        <a:bodyPr/>
        <a:lstStyle/>
        <a:p>
          <a:endParaRPr lang="en-US"/>
        </a:p>
      </dgm:t>
    </dgm:pt>
    <dgm:pt modelId="{2B0AEA79-7A76-4407-91FD-DF9B03C2434C}">
      <dgm:prSet/>
      <dgm:spPr/>
      <dgm:t>
        <a:bodyPr/>
        <a:lstStyle/>
        <a:p>
          <a:r>
            <a:rPr lang="en-US"/>
            <a:t>• Manual detection is slow and error-prone</a:t>
          </a:r>
        </a:p>
      </dgm:t>
    </dgm:pt>
    <dgm:pt modelId="{D5C4C6F6-39E9-4A70-905E-78A4B104243C}" type="parTrans" cxnId="{A280C2F8-9853-4171-B0CE-61536DCC0709}">
      <dgm:prSet/>
      <dgm:spPr/>
      <dgm:t>
        <a:bodyPr/>
        <a:lstStyle/>
        <a:p>
          <a:endParaRPr lang="en-US"/>
        </a:p>
      </dgm:t>
    </dgm:pt>
    <dgm:pt modelId="{C824E8ED-3CA2-4522-983A-6E14E4D73AFE}" type="sibTrans" cxnId="{A280C2F8-9853-4171-B0CE-61536DCC0709}">
      <dgm:prSet/>
      <dgm:spPr/>
      <dgm:t>
        <a:bodyPr/>
        <a:lstStyle/>
        <a:p>
          <a:endParaRPr lang="en-US"/>
        </a:p>
      </dgm:t>
    </dgm:pt>
    <dgm:pt modelId="{6DC48728-BAD3-4035-B013-A4168F654F47}">
      <dgm:prSet/>
      <dgm:spPr/>
      <dgm:t>
        <a:bodyPr/>
        <a:lstStyle/>
        <a:p>
          <a:r>
            <a:rPr lang="en-US"/>
            <a:t>• Need: Automated, real-time, and accurate fraud detection</a:t>
          </a:r>
        </a:p>
      </dgm:t>
    </dgm:pt>
    <dgm:pt modelId="{3EFF0017-8A20-4E1F-8431-ED9AEB9104DC}" type="parTrans" cxnId="{7F6D0215-49B3-4630-AAD4-84319466549F}">
      <dgm:prSet/>
      <dgm:spPr/>
      <dgm:t>
        <a:bodyPr/>
        <a:lstStyle/>
        <a:p>
          <a:endParaRPr lang="en-US"/>
        </a:p>
      </dgm:t>
    </dgm:pt>
    <dgm:pt modelId="{4864E70E-CF2A-4221-98D3-D6F35824087B}" type="sibTrans" cxnId="{7F6D0215-49B3-4630-AAD4-84319466549F}">
      <dgm:prSet/>
      <dgm:spPr/>
      <dgm:t>
        <a:bodyPr/>
        <a:lstStyle/>
        <a:p>
          <a:endParaRPr lang="en-US"/>
        </a:p>
      </dgm:t>
    </dgm:pt>
    <dgm:pt modelId="{A8B664D0-9BCD-426A-9F89-052DFB4E2E38}" type="pres">
      <dgm:prSet presAssocID="{00D4A234-A60B-44A3-9AAC-21F3E9B6D346}" presName="root" presStyleCnt="0">
        <dgm:presLayoutVars>
          <dgm:dir/>
          <dgm:resizeHandles val="exact"/>
        </dgm:presLayoutVars>
      </dgm:prSet>
      <dgm:spPr/>
    </dgm:pt>
    <dgm:pt modelId="{126E37DC-D5AB-460C-B157-CA030EB7CD7B}" type="pres">
      <dgm:prSet presAssocID="{39675E6E-4075-4054-8264-EAE25AD5ECAB}" presName="compNode" presStyleCnt="0"/>
      <dgm:spPr/>
    </dgm:pt>
    <dgm:pt modelId="{30F2DDBA-6CED-418A-B2CF-11A2775FC702}" type="pres">
      <dgm:prSet presAssocID="{39675E6E-4075-4054-8264-EAE25AD5ECA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1A7BE944-CC03-4EFB-8FCD-C5345F2FD167}" type="pres">
      <dgm:prSet presAssocID="{39675E6E-4075-4054-8264-EAE25AD5ECAB}" presName="spaceRect" presStyleCnt="0"/>
      <dgm:spPr/>
    </dgm:pt>
    <dgm:pt modelId="{80F47013-66D4-476E-88A5-167BA0C37A0C}" type="pres">
      <dgm:prSet presAssocID="{39675E6E-4075-4054-8264-EAE25AD5ECAB}" presName="textRect" presStyleLbl="revTx" presStyleIdx="0" presStyleCnt="3">
        <dgm:presLayoutVars>
          <dgm:chMax val="1"/>
          <dgm:chPref val="1"/>
        </dgm:presLayoutVars>
      </dgm:prSet>
      <dgm:spPr/>
    </dgm:pt>
    <dgm:pt modelId="{81EC3CB9-2563-4605-9327-0B5A509AB8EE}" type="pres">
      <dgm:prSet presAssocID="{55B8F8B5-B765-47FC-8305-179C8871C3CB}" presName="sibTrans" presStyleCnt="0"/>
      <dgm:spPr/>
    </dgm:pt>
    <dgm:pt modelId="{9CE382AC-A69F-41D9-9285-B6EFF1DA79B1}" type="pres">
      <dgm:prSet presAssocID="{2B0AEA79-7A76-4407-91FD-DF9B03C2434C}" presName="compNode" presStyleCnt="0"/>
      <dgm:spPr/>
    </dgm:pt>
    <dgm:pt modelId="{51F01609-75BB-477E-80D5-83BB65D6E3E4}" type="pres">
      <dgm:prSet presAssocID="{2B0AEA79-7A76-4407-91FD-DF9B03C2434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AC8171A2-12D9-4AF6-859B-67C2F33B8F4D}" type="pres">
      <dgm:prSet presAssocID="{2B0AEA79-7A76-4407-91FD-DF9B03C2434C}" presName="spaceRect" presStyleCnt="0"/>
      <dgm:spPr/>
    </dgm:pt>
    <dgm:pt modelId="{97D3E278-CF66-46D4-B421-A1E5188D7731}" type="pres">
      <dgm:prSet presAssocID="{2B0AEA79-7A76-4407-91FD-DF9B03C2434C}" presName="textRect" presStyleLbl="revTx" presStyleIdx="1" presStyleCnt="3">
        <dgm:presLayoutVars>
          <dgm:chMax val="1"/>
          <dgm:chPref val="1"/>
        </dgm:presLayoutVars>
      </dgm:prSet>
      <dgm:spPr/>
    </dgm:pt>
    <dgm:pt modelId="{BB27112E-F7D7-4E0D-8DA2-D19837C5FE89}" type="pres">
      <dgm:prSet presAssocID="{C824E8ED-3CA2-4522-983A-6E14E4D73AFE}" presName="sibTrans" presStyleCnt="0"/>
      <dgm:spPr/>
    </dgm:pt>
    <dgm:pt modelId="{ADECA433-F284-4A00-8A55-4082CD526523}" type="pres">
      <dgm:prSet presAssocID="{6DC48728-BAD3-4035-B013-A4168F654F47}" presName="compNode" presStyleCnt="0"/>
      <dgm:spPr/>
    </dgm:pt>
    <dgm:pt modelId="{4CA4B3AA-819C-4AC2-9E81-E2B69991B61F}" type="pres">
      <dgm:prSet presAssocID="{6DC48728-BAD3-4035-B013-A4168F654F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8EBC96B0-D769-45AE-9161-589A68D90F86}" type="pres">
      <dgm:prSet presAssocID="{6DC48728-BAD3-4035-B013-A4168F654F47}" presName="spaceRect" presStyleCnt="0"/>
      <dgm:spPr/>
    </dgm:pt>
    <dgm:pt modelId="{3613A7F9-7189-4902-9EF8-05BFA0506BE3}" type="pres">
      <dgm:prSet presAssocID="{6DC48728-BAD3-4035-B013-A4168F654F4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0172405-C7B9-46D4-97E5-30CF2A8F1466}" type="presOf" srcId="{6DC48728-BAD3-4035-B013-A4168F654F47}" destId="{3613A7F9-7189-4902-9EF8-05BFA0506BE3}" srcOrd="0" destOrd="0" presId="urn:microsoft.com/office/officeart/2018/2/layout/IconLabelList"/>
    <dgm:cxn modelId="{7F6D0215-49B3-4630-AAD4-84319466549F}" srcId="{00D4A234-A60B-44A3-9AAC-21F3E9B6D346}" destId="{6DC48728-BAD3-4035-B013-A4168F654F47}" srcOrd="2" destOrd="0" parTransId="{3EFF0017-8A20-4E1F-8431-ED9AEB9104DC}" sibTransId="{4864E70E-CF2A-4221-98D3-D6F35824087B}"/>
    <dgm:cxn modelId="{0CDDC821-C861-47A9-8DFB-42FE1305A0FE}" srcId="{00D4A234-A60B-44A3-9AAC-21F3E9B6D346}" destId="{39675E6E-4075-4054-8264-EAE25AD5ECAB}" srcOrd="0" destOrd="0" parTransId="{1FA3F3AE-32D7-4DC7-977F-F570016BED2E}" sibTransId="{55B8F8B5-B765-47FC-8305-179C8871C3CB}"/>
    <dgm:cxn modelId="{AED63C5A-D22C-4EA4-9B93-9EEEDBF26FD8}" type="presOf" srcId="{00D4A234-A60B-44A3-9AAC-21F3E9B6D346}" destId="{A8B664D0-9BCD-426A-9F89-052DFB4E2E38}" srcOrd="0" destOrd="0" presId="urn:microsoft.com/office/officeart/2018/2/layout/IconLabelList"/>
    <dgm:cxn modelId="{35A63A8B-7C8C-4CEF-91C4-D1FA9A036AD6}" type="presOf" srcId="{39675E6E-4075-4054-8264-EAE25AD5ECAB}" destId="{80F47013-66D4-476E-88A5-167BA0C37A0C}" srcOrd="0" destOrd="0" presId="urn:microsoft.com/office/officeart/2018/2/layout/IconLabelList"/>
    <dgm:cxn modelId="{73974FB1-FD90-4A1B-810D-8E93D0F50669}" type="presOf" srcId="{2B0AEA79-7A76-4407-91FD-DF9B03C2434C}" destId="{97D3E278-CF66-46D4-B421-A1E5188D7731}" srcOrd="0" destOrd="0" presId="urn:microsoft.com/office/officeart/2018/2/layout/IconLabelList"/>
    <dgm:cxn modelId="{A280C2F8-9853-4171-B0CE-61536DCC0709}" srcId="{00D4A234-A60B-44A3-9AAC-21F3E9B6D346}" destId="{2B0AEA79-7A76-4407-91FD-DF9B03C2434C}" srcOrd="1" destOrd="0" parTransId="{D5C4C6F6-39E9-4A70-905E-78A4B104243C}" sibTransId="{C824E8ED-3CA2-4522-983A-6E14E4D73AFE}"/>
    <dgm:cxn modelId="{40124022-7A31-4D26-A76E-7BF78E3F1580}" type="presParOf" srcId="{A8B664D0-9BCD-426A-9F89-052DFB4E2E38}" destId="{126E37DC-D5AB-460C-B157-CA030EB7CD7B}" srcOrd="0" destOrd="0" presId="urn:microsoft.com/office/officeart/2018/2/layout/IconLabelList"/>
    <dgm:cxn modelId="{B0543307-62EC-49A7-B184-A0A96C4A496D}" type="presParOf" srcId="{126E37DC-D5AB-460C-B157-CA030EB7CD7B}" destId="{30F2DDBA-6CED-418A-B2CF-11A2775FC702}" srcOrd="0" destOrd="0" presId="urn:microsoft.com/office/officeart/2018/2/layout/IconLabelList"/>
    <dgm:cxn modelId="{A21B3634-2492-4EEC-A7DA-014E53B1F775}" type="presParOf" srcId="{126E37DC-D5AB-460C-B157-CA030EB7CD7B}" destId="{1A7BE944-CC03-4EFB-8FCD-C5345F2FD167}" srcOrd="1" destOrd="0" presId="urn:microsoft.com/office/officeart/2018/2/layout/IconLabelList"/>
    <dgm:cxn modelId="{C0904EBA-4A23-4033-8488-778EAB17E387}" type="presParOf" srcId="{126E37DC-D5AB-460C-B157-CA030EB7CD7B}" destId="{80F47013-66D4-476E-88A5-167BA0C37A0C}" srcOrd="2" destOrd="0" presId="urn:microsoft.com/office/officeart/2018/2/layout/IconLabelList"/>
    <dgm:cxn modelId="{A8ADF331-1735-41B1-A071-50C121F47F2B}" type="presParOf" srcId="{A8B664D0-9BCD-426A-9F89-052DFB4E2E38}" destId="{81EC3CB9-2563-4605-9327-0B5A509AB8EE}" srcOrd="1" destOrd="0" presId="urn:microsoft.com/office/officeart/2018/2/layout/IconLabelList"/>
    <dgm:cxn modelId="{41229C8E-2D66-4FB2-B28B-DBDF957D6280}" type="presParOf" srcId="{A8B664D0-9BCD-426A-9F89-052DFB4E2E38}" destId="{9CE382AC-A69F-41D9-9285-B6EFF1DA79B1}" srcOrd="2" destOrd="0" presId="urn:microsoft.com/office/officeart/2018/2/layout/IconLabelList"/>
    <dgm:cxn modelId="{024592F1-2B8B-4695-8E24-EDA346D314C8}" type="presParOf" srcId="{9CE382AC-A69F-41D9-9285-B6EFF1DA79B1}" destId="{51F01609-75BB-477E-80D5-83BB65D6E3E4}" srcOrd="0" destOrd="0" presId="urn:microsoft.com/office/officeart/2018/2/layout/IconLabelList"/>
    <dgm:cxn modelId="{111E35B5-FBE6-47B6-A980-3DD219678140}" type="presParOf" srcId="{9CE382AC-A69F-41D9-9285-B6EFF1DA79B1}" destId="{AC8171A2-12D9-4AF6-859B-67C2F33B8F4D}" srcOrd="1" destOrd="0" presId="urn:microsoft.com/office/officeart/2018/2/layout/IconLabelList"/>
    <dgm:cxn modelId="{CDAEB7B7-3C1F-47DD-945D-1BB53BA4665E}" type="presParOf" srcId="{9CE382AC-A69F-41D9-9285-B6EFF1DA79B1}" destId="{97D3E278-CF66-46D4-B421-A1E5188D7731}" srcOrd="2" destOrd="0" presId="urn:microsoft.com/office/officeart/2018/2/layout/IconLabelList"/>
    <dgm:cxn modelId="{C86EB6CC-70AE-4EC4-B69C-5102B2605BD2}" type="presParOf" srcId="{A8B664D0-9BCD-426A-9F89-052DFB4E2E38}" destId="{BB27112E-F7D7-4E0D-8DA2-D19837C5FE89}" srcOrd="3" destOrd="0" presId="urn:microsoft.com/office/officeart/2018/2/layout/IconLabelList"/>
    <dgm:cxn modelId="{3401CED7-1871-4793-B6D3-D901602E21E4}" type="presParOf" srcId="{A8B664D0-9BCD-426A-9F89-052DFB4E2E38}" destId="{ADECA433-F284-4A00-8A55-4082CD526523}" srcOrd="4" destOrd="0" presId="urn:microsoft.com/office/officeart/2018/2/layout/IconLabelList"/>
    <dgm:cxn modelId="{BDF83F1F-FFF2-454F-8094-2295A7D11E8F}" type="presParOf" srcId="{ADECA433-F284-4A00-8A55-4082CD526523}" destId="{4CA4B3AA-819C-4AC2-9E81-E2B69991B61F}" srcOrd="0" destOrd="0" presId="urn:microsoft.com/office/officeart/2018/2/layout/IconLabelList"/>
    <dgm:cxn modelId="{A39A3537-7DDB-417E-9A52-A332C94FA376}" type="presParOf" srcId="{ADECA433-F284-4A00-8A55-4082CD526523}" destId="{8EBC96B0-D769-45AE-9161-589A68D90F86}" srcOrd="1" destOrd="0" presId="urn:microsoft.com/office/officeart/2018/2/layout/IconLabelList"/>
    <dgm:cxn modelId="{4E7233C8-4E36-4A1A-A6F5-191B7901ED9A}" type="presParOf" srcId="{ADECA433-F284-4A00-8A55-4082CD526523}" destId="{3613A7F9-7189-4902-9EF8-05BFA0506BE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9B3F03-2407-42E5-8824-01927C8252C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074C1E-947E-4420-B963-2E9AE3A089B3}">
      <dgm:prSet/>
      <dgm:spPr/>
      <dgm:t>
        <a:bodyPr/>
        <a:lstStyle/>
        <a:p>
          <a:r>
            <a:rPr lang="en-US"/>
            <a:t>• Detect fraudulent transactions automatically</a:t>
          </a:r>
        </a:p>
      </dgm:t>
    </dgm:pt>
    <dgm:pt modelId="{73317CBB-0E00-401B-A6FC-00E4B2F1E94E}" type="parTrans" cxnId="{DD2E69B9-9038-4AB8-B7E2-1369B05A5C61}">
      <dgm:prSet/>
      <dgm:spPr/>
      <dgm:t>
        <a:bodyPr/>
        <a:lstStyle/>
        <a:p>
          <a:endParaRPr lang="en-US"/>
        </a:p>
      </dgm:t>
    </dgm:pt>
    <dgm:pt modelId="{2CDA89A7-637C-49C8-B15D-ECF34A490B91}" type="sibTrans" cxnId="{DD2E69B9-9038-4AB8-B7E2-1369B05A5C61}">
      <dgm:prSet/>
      <dgm:spPr/>
      <dgm:t>
        <a:bodyPr/>
        <a:lstStyle/>
        <a:p>
          <a:endParaRPr lang="en-US"/>
        </a:p>
      </dgm:t>
    </dgm:pt>
    <dgm:pt modelId="{E290CAD7-61D3-40D8-94FE-647DE06F2253}">
      <dgm:prSet/>
      <dgm:spPr/>
      <dgm:t>
        <a:bodyPr/>
        <a:lstStyle/>
        <a:p>
          <a:r>
            <a:rPr lang="en-US"/>
            <a:t>• Reduce false positives and ensure real-time alerts</a:t>
          </a:r>
        </a:p>
      </dgm:t>
    </dgm:pt>
    <dgm:pt modelId="{9D577E9A-022F-45A2-9140-6D1EA45DE754}" type="parTrans" cxnId="{4FF62667-4DFF-4DBD-A2C4-39A49C877148}">
      <dgm:prSet/>
      <dgm:spPr/>
      <dgm:t>
        <a:bodyPr/>
        <a:lstStyle/>
        <a:p>
          <a:endParaRPr lang="en-US"/>
        </a:p>
      </dgm:t>
    </dgm:pt>
    <dgm:pt modelId="{4CE6456B-87FA-460B-8F91-FAF0B2D6C011}" type="sibTrans" cxnId="{4FF62667-4DFF-4DBD-A2C4-39A49C877148}">
      <dgm:prSet/>
      <dgm:spPr/>
      <dgm:t>
        <a:bodyPr/>
        <a:lstStyle/>
        <a:p>
          <a:endParaRPr lang="en-US"/>
        </a:p>
      </dgm:t>
    </dgm:pt>
    <dgm:pt modelId="{9EBF9B84-05A9-4A77-BA85-73AD1672EC31}">
      <dgm:prSet/>
      <dgm:spPr/>
      <dgm:t>
        <a:bodyPr/>
        <a:lstStyle/>
        <a:p>
          <a:r>
            <a:rPr lang="en-US"/>
            <a:t>• Provide actionable insights for security teams</a:t>
          </a:r>
        </a:p>
      </dgm:t>
    </dgm:pt>
    <dgm:pt modelId="{0389F249-24BA-4BFF-AD61-15A12510EEC8}" type="parTrans" cxnId="{B730444E-7F2D-43B7-A65B-E38A41C6D1FF}">
      <dgm:prSet/>
      <dgm:spPr/>
      <dgm:t>
        <a:bodyPr/>
        <a:lstStyle/>
        <a:p>
          <a:endParaRPr lang="en-US"/>
        </a:p>
      </dgm:t>
    </dgm:pt>
    <dgm:pt modelId="{A79ADD34-182C-4EC4-8E7E-9F012D07230A}" type="sibTrans" cxnId="{B730444E-7F2D-43B7-A65B-E38A41C6D1FF}">
      <dgm:prSet/>
      <dgm:spPr/>
      <dgm:t>
        <a:bodyPr/>
        <a:lstStyle/>
        <a:p>
          <a:endParaRPr lang="en-US"/>
        </a:p>
      </dgm:t>
    </dgm:pt>
    <dgm:pt modelId="{3E572B2D-007B-40C2-ABB4-8C5E578DDAD4}" type="pres">
      <dgm:prSet presAssocID="{CB9B3F03-2407-42E5-8824-01927C8252C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B9E3B3F-23AE-4E4A-9CFC-852D2C2E0DFB}" type="pres">
      <dgm:prSet presAssocID="{C5074C1E-947E-4420-B963-2E9AE3A089B3}" presName="hierRoot1" presStyleCnt="0"/>
      <dgm:spPr/>
    </dgm:pt>
    <dgm:pt modelId="{62F22D8F-B12A-4908-B17E-B2BF0EF9A377}" type="pres">
      <dgm:prSet presAssocID="{C5074C1E-947E-4420-B963-2E9AE3A089B3}" presName="composite" presStyleCnt="0"/>
      <dgm:spPr/>
    </dgm:pt>
    <dgm:pt modelId="{A1E85DE9-8266-4FC4-B8DD-B0073CC814C6}" type="pres">
      <dgm:prSet presAssocID="{C5074C1E-947E-4420-B963-2E9AE3A089B3}" presName="background" presStyleLbl="node0" presStyleIdx="0" presStyleCnt="3"/>
      <dgm:spPr/>
    </dgm:pt>
    <dgm:pt modelId="{B28482D5-4EF4-4AF9-B0B5-439376A3C2D7}" type="pres">
      <dgm:prSet presAssocID="{C5074C1E-947E-4420-B963-2E9AE3A089B3}" presName="text" presStyleLbl="fgAcc0" presStyleIdx="0" presStyleCnt="3">
        <dgm:presLayoutVars>
          <dgm:chPref val="3"/>
        </dgm:presLayoutVars>
      </dgm:prSet>
      <dgm:spPr/>
    </dgm:pt>
    <dgm:pt modelId="{34BF8047-13F7-446F-B373-00417AD4B693}" type="pres">
      <dgm:prSet presAssocID="{C5074C1E-947E-4420-B963-2E9AE3A089B3}" presName="hierChild2" presStyleCnt="0"/>
      <dgm:spPr/>
    </dgm:pt>
    <dgm:pt modelId="{9552A25E-3817-4FD5-B6A8-56C7DF0293B0}" type="pres">
      <dgm:prSet presAssocID="{E290CAD7-61D3-40D8-94FE-647DE06F2253}" presName="hierRoot1" presStyleCnt="0"/>
      <dgm:spPr/>
    </dgm:pt>
    <dgm:pt modelId="{1EBEDF57-87A3-4127-8CEB-04709031D377}" type="pres">
      <dgm:prSet presAssocID="{E290CAD7-61D3-40D8-94FE-647DE06F2253}" presName="composite" presStyleCnt="0"/>
      <dgm:spPr/>
    </dgm:pt>
    <dgm:pt modelId="{19367FB5-0193-4371-8F80-DE22B2DEAE41}" type="pres">
      <dgm:prSet presAssocID="{E290CAD7-61D3-40D8-94FE-647DE06F2253}" presName="background" presStyleLbl="node0" presStyleIdx="1" presStyleCnt="3"/>
      <dgm:spPr/>
    </dgm:pt>
    <dgm:pt modelId="{E361D7F7-F7E5-475E-92D9-5E178A76A9E8}" type="pres">
      <dgm:prSet presAssocID="{E290CAD7-61D3-40D8-94FE-647DE06F2253}" presName="text" presStyleLbl="fgAcc0" presStyleIdx="1" presStyleCnt="3">
        <dgm:presLayoutVars>
          <dgm:chPref val="3"/>
        </dgm:presLayoutVars>
      </dgm:prSet>
      <dgm:spPr/>
    </dgm:pt>
    <dgm:pt modelId="{1A844C0B-1EFD-48CF-8176-6D19DD083325}" type="pres">
      <dgm:prSet presAssocID="{E290CAD7-61D3-40D8-94FE-647DE06F2253}" presName="hierChild2" presStyleCnt="0"/>
      <dgm:spPr/>
    </dgm:pt>
    <dgm:pt modelId="{D2E76AF6-BDF6-4E72-BA94-5575FE86477D}" type="pres">
      <dgm:prSet presAssocID="{9EBF9B84-05A9-4A77-BA85-73AD1672EC31}" presName="hierRoot1" presStyleCnt="0"/>
      <dgm:spPr/>
    </dgm:pt>
    <dgm:pt modelId="{FEDD4CF8-9B9F-4495-87CC-57493BCBA57F}" type="pres">
      <dgm:prSet presAssocID="{9EBF9B84-05A9-4A77-BA85-73AD1672EC31}" presName="composite" presStyleCnt="0"/>
      <dgm:spPr/>
    </dgm:pt>
    <dgm:pt modelId="{D339BA70-771F-40F2-AF59-E5869BF4FC01}" type="pres">
      <dgm:prSet presAssocID="{9EBF9B84-05A9-4A77-BA85-73AD1672EC31}" presName="background" presStyleLbl="node0" presStyleIdx="2" presStyleCnt="3"/>
      <dgm:spPr/>
    </dgm:pt>
    <dgm:pt modelId="{A6A3E4A2-8F13-413F-84EE-2F526B5FAFDD}" type="pres">
      <dgm:prSet presAssocID="{9EBF9B84-05A9-4A77-BA85-73AD1672EC31}" presName="text" presStyleLbl="fgAcc0" presStyleIdx="2" presStyleCnt="3">
        <dgm:presLayoutVars>
          <dgm:chPref val="3"/>
        </dgm:presLayoutVars>
      </dgm:prSet>
      <dgm:spPr/>
    </dgm:pt>
    <dgm:pt modelId="{59AA061A-1E72-4D41-B0F1-4FCA91EF1AD8}" type="pres">
      <dgm:prSet presAssocID="{9EBF9B84-05A9-4A77-BA85-73AD1672EC31}" presName="hierChild2" presStyleCnt="0"/>
      <dgm:spPr/>
    </dgm:pt>
  </dgm:ptLst>
  <dgm:cxnLst>
    <dgm:cxn modelId="{7069010E-F682-49D6-B5C6-9F0C4AFC8185}" type="presOf" srcId="{9EBF9B84-05A9-4A77-BA85-73AD1672EC31}" destId="{A6A3E4A2-8F13-413F-84EE-2F526B5FAFDD}" srcOrd="0" destOrd="0" presId="urn:microsoft.com/office/officeart/2005/8/layout/hierarchy1"/>
    <dgm:cxn modelId="{4FF62667-4DFF-4DBD-A2C4-39A49C877148}" srcId="{CB9B3F03-2407-42E5-8824-01927C8252C2}" destId="{E290CAD7-61D3-40D8-94FE-647DE06F2253}" srcOrd="1" destOrd="0" parTransId="{9D577E9A-022F-45A2-9140-6D1EA45DE754}" sibTransId="{4CE6456B-87FA-460B-8F91-FAF0B2D6C011}"/>
    <dgm:cxn modelId="{B730444E-7F2D-43B7-A65B-E38A41C6D1FF}" srcId="{CB9B3F03-2407-42E5-8824-01927C8252C2}" destId="{9EBF9B84-05A9-4A77-BA85-73AD1672EC31}" srcOrd="2" destOrd="0" parTransId="{0389F249-24BA-4BFF-AD61-15A12510EEC8}" sibTransId="{A79ADD34-182C-4EC4-8E7E-9F012D07230A}"/>
    <dgm:cxn modelId="{DD2E69B9-9038-4AB8-B7E2-1369B05A5C61}" srcId="{CB9B3F03-2407-42E5-8824-01927C8252C2}" destId="{C5074C1E-947E-4420-B963-2E9AE3A089B3}" srcOrd="0" destOrd="0" parTransId="{73317CBB-0E00-401B-A6FC-00E4B2F1E94E}" sibTransId="{2CDA89A7-637C-49C8-B15D-ECF34A490B91}"/>
    <dgm:cxn modelId="{330A4FDD-D5E8-4EBE-8062-8F58655BB582}" type="presOf" srcId="{CB9B3F03-2407-42E5-8824-01927C8252C2}" destId="{3E572B2D-007B-40C2-ABB4-8C5E578DDAD4}" srcOrd="0" destOrd="0" presId="urn:microsoft.com/office/officeart/2005/8/layout/hierarchy1"/>
    <dgm:cxn modelId="{A43631FA-7A4C-43D4-AAE1-2134899A13F4}" type="presOf" srcId="{E290CAD7-61D3-40D8-94FE-647DE06F2253}" destId="{E361D7F7-F7E5-475E-92D9-5E178A76A9E8}" srcOrd="0" destOrd="0" presId="urn:microsoft.com/office/officeart/2005/8/layout/hierarchy1"/>
    <dgm:cxn modelId="{AFF8F2FE-6EF0-4A72-87B9-8293251BC594}" type="presOf" srcId="{C5074C1E-947E-4420-B963-2E9AE3A089B3}" destId="{B28482D5-4EF4-4AF9-B0B5-439376A3C2D7}" srcOrd="0" destOrd="0" presId="urn:microsoft.com/office/officeart/2005/8/layout/hierarchy1"/>
    <dgm:cxn modelId="{38D71C65-E35A-4274-9EC9-9BF2F3CADB7A}" type="presParOf" srcId="{3E572B2D-007B-40C2-ABB4-8C5E578DDAD4}" destId="{CB9E3B3F-23AE-4E4A-9CFC-852D2C2E0DFB}" srcOrd="0" destOrd="0" presId="urn:microsoft.com/office/officeart/2005/8/layout/hierarchy1"/>
    <dgm:cxn modelId="{76DC6305-116E-4488-8059-D08D9768E24E}" type="presParOf" srcId="{CB9E3B3F-23AE-4E4A-9CFC-852D2C2E0DFB}" destId="{62F22D8F-B12A-4908-B17E-B2BF0EF9A377}" srcOrd="0" destOrd="0" presId="urn:microsoft.com/office/officeart/2005/8/layout/hierarchy1"/>
    <dgm:cxn modelId="{3D5C853A-1950-4029-84B7-995FC2346ACD}" type="presParOf" srcId="{62F22D8F-B12A-4908-B17E-B2BF0EF9A377}" destId="{A1E85DE9-8266-4FC4-B8DD-B0073CC814C6}" srcOrd="0" destOrd="0" presId="urn:microsoft.com/office/officeart/2005/8/layout/hierarchy1"/>
    <dgm:cxn modelId="{B91813F6-219E-48B2-ADE5-DB7BC067147B}" type="presParOf" srcId="{62F22D8F-B12A-4908-B17E-B2BF0EF9A377}" destId="{B28482D5-4EF4-4AF9-B0B5-439376A3C2D7}" srcOrd="1" destOrd="0" presId="urn:microsoft.com/office/officeart/2005/8/layout/hierarchy1"/>
    <dgm:cxn modelId="{25480764-C9AC-495C-A2F4-FA6D536331B3}" type="presParOf" srcId="{CB9E3B3F-23AE-4E4A-9CFC-852D2C2E0DFB}" destId="{34BF8047-13F7-446F-B373-00417AD4B693}" srcOrd="1" destOrd="0" presId="urn:microsoft.com/office/officeart/2005/8/layout/hierarchy1"/>
    <dgm:cxn modelId="{AAB4E51C-0F41-4082-952D-3453A9DCB97D}" type="presParOf" srcId="{3E572B2D-007B-40C2-ABB4-8C5E578DDAD4}" destId="{9552A25E-3817-4FD5-B6A8-56C7DF0293B0}" srcOrd="1" destOrd="0" presId="urn:microsoft.com/office/officeart/2005/8/layout/hierarchy1"/>
    <dgm:cxn modelId="{6F915DCE-5791-4569-A92D-C714F1CEF7D5}" type="presParOf" srcId="{9552A25E-3817-4FD5-B6A8-56C7DF0293B0}" destId="{1EBEDF57-87A3-4127-8CEB-04709031D377}" srcOrd="0" destOrd="0" presId="urn:microsoft.com/office/officeart/2005/8/layout/hierarchy1"/>
    <dgm:cxn modelId="{992A62CA-F475-4B4A-8248-E609AC45DD8C}" type="presParOf" srcId="{1EBEDF57-87A3-4127-8CEB-04709031D377}" destId="{19367FB5-0193-4371-8F80-DE22B2DEAE41}" srcOrd="0" destOrd="0" presId="urn:microsoft.com/office/officeart/2005/8/layout/hierarchy1"/>
    <dgm:cxn modelId="{30343250-348C-445C-91C6-9093B736F797}" type="presParOf" srcId="{1EBEDF57-87A3-4127-8CEB-04709031D377}" destId="{E361D7F7-F7E5-475E-92D9-5E178A76A9E8}" srcOrd="1" destOrd="0" presId="urn:microsoft.com/office/officeart/2005/8/layout/hierarchy1"/>
    <dgm:cxn modelId="{E3A4DCD2-8F67-4CD6-9F97-D79BE4B885C3}" type="presParOf" srcId="{9552A25E-3817-4FD5-B6A8-56C7DF0293B0}" destId="{1A844C0B-1EFD-48CF-8176-6D19DD083325}" srcOrd="1" destOrd="0" presId="urn:microsoft.com/office/officeart/2005/8/layout/hierarchy1"/>
    <dgm:cxn modelId="{274CABBB-7D05-43A5-BA57-0CA2CA96C314}" type="presParOf" srcId="{3E572B2D-007B-40C2-ABB4-8C5E578DDAD4}" destId="{D2E76AF6-BDF6-4E72-BA94-5575FE86477D}" srcOrd="2" destOrd="0" presId="urn:microsoft.com/office/officeart/2005/8/layout/hierarchy1"/>
    <dgm:cxn modelId="{3436EB35-C23F-4523-8253-B160EACF89CC}" type="presParOf" srcId="{D2E76AF6-BDF6-4E72-BA94-5575FE86477D}" destId="{FEDD4CF8-9B9F-4495-87CC-57493BCBA57F}" srcOrd="0" destOrd="0" presId="urn:microsoft.com/office/officeart/2005/8/layout/hierarchy1"/>
    <dgm:cxn modelId="{90826DA9-6999-4338-8011-CE41A9D32C1C}" type="presParOf" srcId="{FEDD4CF8-9B9F-4495-87CC-57493BCBA57F}" destId="{D339BA70-771F-40F2-AF59-E5869BF4FC01}" srcOrd="0" destOrd="0" presId="urn:microsoft.com/office/officeart/2005/8/layout/hierarchy1"/>
    <dgm:cxn modelId="{B2D149AD-B524-42A7-8A15-03481D9725AC}" type="presParOf" srcId="{FEDD4CF8-9B9F-4495-87CC-57493BCBA57F}" destId="{A6A3E4A2-8F13-413F-84EE-2F526B5FAFDD}" srcOrd="1" destOrd="0" presId="urn:microsoft.com/office/officeart/2005/8/layout/hierarchy1"/>
    <dgm:cxn modelId="{99C3C5FE-C213-4935-A2AA-B786D76B5F0D}" type="presParOf" srcId="{D2E76AF6-BDF6-4E72-BA94-5575FE86477D}" destId="{59AA061A-1E72-4D41-B0F1-4FCA91EF1AD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E9ED05-D336-4863-947E-36E5D7D4936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D76276-75E5-4B1B-9DBF-36AE3E044092}">
      <dgm:prSet/>
      <dgm:spPr/>
      <dgm:t>
        <a:bodyPr/>
        <a:lstStyle/>
        <a:p>
          <a:r>
            <a:rPr lang="en-US"/>
            <a:t>• Built using Aptos Move smart contracts for secure on-chain events</a:t>
          </a:r>
        </a:p>
      </dgm:t>
    </dgm:pt>
    <dgm:pt modelId="{5D0CDA38-29D5-449E-B3F0-9AA6E69D54D7}" type="parTrans" cxnId="{89F6DA69-4296-4E91-8CB6-6A9EB040E311}">
      <dgm:prSet/>
      <dgm:spPr/>
      <dgm:t>
        <a:bodyPr/>
        <a:lstStyle/>
        <a:p>
          <a:endParaRPr lang="en-US"/>
        </a:p>
      </dgm:t>
    </dgm:pt>
    <dgm:pt modelId="{F01F9A7A-C124-4F5C-A007-57A7F3035434}" type="sibTrans" cxnId="{89F6DA69-4296-4E91-8CB6-6A9EB040E311}">
      <dgm:prSet/>
      <dgm:spPr/>
      <dgm:t>
        <a:bodyPr/>
        <a:lstStyle/>
        <a:p>
          <a:endParaRPr lang="en-US"/>
        </a:p>
      </dgm:t>
    </dgm:pt>
    <dgm:pt modelId="{4A549344-A692-449A-B837-668119F01CAB}">
      <dgm:prSet/>
      <dgm:spPr/>
      <dgm:t>
        <a:bodyPr/>
        <a:lstStyle/>
        <a:p>
          <a:r>
            <a:rPr lang="en-US"/>
            <a:t>• ML-based anomaly detection on transaction patterns</a:t>
          </a:r>
        </a:p>
      </dgm:t>
    </dgm:pt>
    <dgm:pt modelId="{37291F46-4BE9-4433-8768-A126446F0DB4}" type="parTrans" cxnId="{9CF314CE-4EEC-4613-B879-C8E13DD0C4DE}">
      <dgm:prSet/>
      <dgm:spPr/>
      <dgm:t>
        <a:bodyPr/>
        <a:lstStyle/>
        <a:p>
          <a:endParaRPr lang="en-US"/>
        </a:p>
      </dgm:t>
    </dgm:pt>
    <dgm:pt modelId="{BC520527-DE62-4BA9-A7D3-899B624603A8}" type="sibTrans" cxnId="{9CF314CE-4EEC-4613-B879-C8E13DD0C4DE}">
      <dgm:prSet/>
      <dgm:spPr/>
      <dgm:t>
        <a:bodyPr/>
        <a:lstStyle/>
        <a:p>
          <a:endParaRPr lang="en-US"/>
        </a:p>
      </dgm:t>
    </dgm:pt>
    <dgm:pt modelId="{9997E4A7-C26A-498A-964E-23DE023EC4AB}">
      <dgm:prSet/>
      <dgm:spPr/>
      <dgm:t>
        <a:bodyPr/>
        <a:lstStyle/>
        <a:p>
          <a:r>
            <a:rPr lang="en-US"/>
            <a:t>• Event logging and reporting via blockchain</a:t>
          </a:r>
        </a:p>
      </dgm:t>
    </dgm:pt>
    <dgm:pt modelId="{3EDFEB9D-1FE7-4C98-A627-04AEA835783A}" type="parTrans" cxnId="{0BC420CF-6DA7-47EF-968C-DD134219CD89}">
      <dgm:prSet/>
      <dgm:spPr/>
      <dgm:t>
        <a:bodyPr/>
        <a:lstStyle/>
        <a:p>
          <a:endParaRPr lang="en-US"/>
        </a:p>
      </dgm:t>
    </dgm:pt>
    <dgm:pt modelId="{E1B03638-4B48-46F6-AF93-733EAB50D0B2}" type="sibTrans" cxnId="{0BC420CF-6DA7-47EF-968C-DD134219CD89}">
      <dgm:prSet/>
      <dgm:spPr/>
      <dgm:t>
        <a:bodyPr/>
        <a:lstStyle/>
        <a:p>
          <a:endParaRPr lang="en-US"/>
        </a:p>
      </dgm:t>
    </dgm:pt>
    <dgm:pt modelId="{FE31E676-BCD4-47A2-B387-E3B037D6EE93}" type="pres">
      <dgm:prSet presAssocID="{98E9ED05-D336-4863-947E-36E5D7D493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4CB512-922D-4515-A038-E96FDAE5CE32}" type="pres">
      <dgm:prSet presAssocID="{E8D76276-75E5-4B1B-9DBF-36AE3E044092}" presName="hierRoot1" presStyleCnt="0"/>
      <dgm:spPr/>
    </dgm:pt>
    <dgm:pt modelId="{4DF77903-AC82-45F0-B3CE-FE06B3F378B3}" type="pres">
      <dgm:prSet presAssocID="{E8D76276-75E5-4B1B-9DBF-36AE3E044092}" presName="composite" presStyleCnt="0"/>
      <dgm:spPr/>
    </dgm:pt>
    <dgm:pt modelId="{AF115412-5462-4AED-9D59-41862028AC9C}" type="pres">
      <dgm:prSet presAssocID="{E8D76276-75E5-4B1B-9DBF-36AE3E044092}" presName="background" presStyleLbl="node0" presStyleIdx="0" presStyleCnt="3"/>
      <dgm:spPr/>
    </dgm:pt>
    <dgm:pt modelId="{2EE7B13C-369D-472C-9033-669C92C25570}" type="pres">
      <dgm:prSet presAssocID="{E8D76276-75E5-4B1B-9DBF-36AE3E044092}" presName="text" presStyleLbl="fgAcc0" presStyleIdx="0" presStyleCnt="3">
        <dgm:presLayoutVars>
          <dgm:chPref val="3"/>
        </dgm:presLayoutVars>
      </dgm:prSet>
      <dgm:spPr/>
    </dgm:pt>
    <dgm:pt modelId="{455870E9-8597-49D4-86B1-55A2A9A0721D}" type="pres">
      <dgm:prSet presAssocID="{E8D76276-75E5-4B1B-9DBF-36AE3E044092}" presName="hierChild2" presStyleCnt="0"/>
      <dgm:spPr/>
    </dgm:pt>
    <dgm:pt modelId="{4026A613-2CBA-481B-B65D-4649417926CC}" type="pres">
      <dgm:prSet presAssocID="{4A549344-A692-449A-B837-668119F01CAB}" presName="hierRoot1" presStyleCnt="0"/>
      <dgm:spPr/>
    </dgm:pt>
    <dgm:pt modelId="{E2DBF67C-2586-4874-B0C3-74376DB20915}" type="pres">
      <dgm:prSet presAssocID="{4A549344-A692-449A-B837-668119F01CAB}" presName="composite" presStyleCnt="0"/>
      <dgm:spPr/>
    </dgm:pt>
    <dgm:pt modelId="{1B3AD086-3A4B-4A7A-9F5C-F79509691B7D}" type="pres">
      <dgm:prSet presAssocID="{4A549344-A692-449A-B837-668119F01CAB}" presName="background" presStyleLbl="node0" presStyleIdx="1" presStyleCnt="3"/>
      <dgm:spPr/>
    </dgm:pt>
    <dgm:pt modelId="{A9216252-5132-4C4B-AF17-C038758C37E1}" type="pres">
      <dgm:prSet presAssocID="{4A549344-A692-449A-B837-668119F01CAB}" presName="text" presStyleLbl="fgAcc0" presStyleIdx="1" presStyleCnt="3">
        <dgm:presLayoutVars>
          <dgm:chPref val="3"/>
        </dgm:presLayoutVars>
      </dgm:prSet>
      <dgm:spPr/>
    </dgm:pt>
    <dgm:pt modelId="{7E79AB8F-9EED-48BF-8286-9029283AF134}" type="pres">
      <dgm:prSet presAssocID="{4A549344-A692-449A-B837-668119F01CAB}" presName="hierChild2" presStyleCnt="0"/>
      <dgm:spPr/>
    </dgm:pt>
    <dgm:pt modelId="{0564220F-4FFB-458A-A5E0-CFCC5EE1F0AF}" type="pres">
      <dgm:prSet presAssocID="{9997E4A7-C26A-498A-964E-23DE023EC4AB}" presName="hierRoot1" presStyleCnt="0"/>
      <dgm:spPr/>
    </dgm:pt>
    <dgm:pt modelId="{22CCD652-5ED7-4743-B743-C7683466D99C}" type="pres">
      <dgm:prSet presAssocID="{9997E4A7-C26A-498A-964E-23DE023EC4AB}" presName="composite" presStyleCnt="0"/>
      <dgm:spPr/>
    </dgm:pt>
    <dgm:pt modelId="{21D490A2-6573-4991-9E74-3BA9BB8B3690}" type="pres">
      <dgm:prSet presAssocID="{9997E4A7-C26A-498A-964E-23DE023EC4AB}" presName="background" presStyleLbl="node0" presStyleIdx="2" presStyleCnt="3"/>
      <dgm:spPr/>
    </dgm:pt>
    <dgm:pt modelId="{93AEBE14-16AC-4A55-B3DD-1463D616EA5B}" type="pres">
      <dgm:prSet presAssocID="{9997E4A7-C26A-498A-964E-23DE023EC4AB}" presName="text" presStyleLbl="fgAcc0" presStyleIdx="2" presStyleCnt="3">
        <dgm:presLayoutVars>
          <dgm:chPref val="3"/>
        </dgm:presLayoutVars>
      </dgm:prSet>
      <dgm:spPr/>
    </dgm:pt>
    <dgm:pt modelId="{58B2153A-B776-4F0B-9CE5-C8322259A217}" type="pres">
      <dgm:prSet presAssocID="{9997E4A7-C26A-498A-964E-23DE023EC4AB}" presName="hierChild2" presStyleCnt="0"/>
      <dgm:spPr/>
    </dgm:pt>
  </dgm:ptLst>
  <dgm:cxnLst>
    <dgm:cxn modelId="{85808610-57B9-4E41-8700-88C0F64DC411}" type="presOf" srcId="{98E9ED05-D336-4863-947E-36E5D7D49360}" destId="{FE31E676-BCD4-47A2-B387-E3B037D6EE93}" srcOrd="0" destOrd="0" presId="urn:microsoft.com/office/officeart/2005/8/layout/hierarchy1"/>
    <dgm:cxn modelId="{A9816749-022E-4DC5-B62B-460DD622D94A}" type="presOf" srcId="{4A549344-A692-449A-B837-668119F01CAB}" destId="{A9216252-5132-4C4B-AF17-C038758C37E1}" srcOrd="0" destOrd="0" presId="urn:microsoft.com/office/officeart/2005/8/layout/hierarchy1"/>
    <dgm:cxn modelId="{89F6DA69-4296-4E91-8CB6-6A9EB040E311}" srcId="{98E9ED05-D336-4863-947E-36E5D7D49360}" destId="{E8D76276-75E5-4B1B-9DBF-36AE3E044092}" srcOrd="0" destOrd="0" parTransId="{5D0CDA38-29D5-449E-B3F0-9AA6E69D54D7}" sibTransId="{F01F9A7A-C124-4F5C-A007-57A7F3035434}"/>
    <dgm:cxn modelId="{D00F4AB0-8826-4FCB-8365-1E28F2D34636}" type="presOf" srcId="{9997E4A7-C26A-498A-964E-23DE023EC4AB}" destId="{93AEBE14-16AC-4A55-B3DD-1463D616EA5B}" srcOrd="0" destOrd="0" presId="urn:microsoft.com/office/officeart/2005/8/layout/hierarchy1"/>
    <dgm:cxn modelId="{9CF314CE-4EEC-4613-B879-C8E13DD0C4DE}" srcId="{98E9ED05-D336-4863-947E-36E5D7D49360}" destId="{4A549344-A692-449A-B837-668119F01CAB}" srcOrd="1" destOrd="0" parTransId="{37291F46-4BE9-4433-8768-A126446F0DB4}" sibTransId="{BC520527-DE62-4BA9-A7D3-899B624603A8}"/>
    <dgm:cxn modelId="{0BC420CF-6DA7-47EF-968C-DD134219CD89}" srcId="{98E9ED05-D336-4863-947E-36E5D7D49360}" destId="{9997E4A7-C26A-498A-964E-23DE023EC4AB}" srcOrd="2" destOrd="0" parTransId="{3EDFEB9D-1FE7-4C98-A627-04AEA835783A}" sibTransId="{E1B03638-4B48-46F6-AF93-733EAB50D0B2}"/>
    <dgm:cxn modelId="{F13D49EA-4216-45E6-92B2-4767D00F87C3}" type="presOf" srcId="{E8D76276-75E5-4B1B-9DBF-36AE3E044092}" destId="{2EE7B13C-369D-472C-9033-669C92C25570}" srcOrd="0" destOrd="0" presId="urn:microsoft.com/office/officeart/2005/8/layout/hierarchy1"/>
    <dgm:cxn modelId="{C9632ACE-0599-4874-A3C9-4A29EEB5BCDF}" type="presParOf" srcId="{FE31E676-BCD4-47A2-B387-E3B037D6EE93}" destId="{BB4CB512-922D-4515-A038-E96FDAE5CE32}" srcOrd="0" destOrd="0" presId="urn:microsoft.com/office/officeart/2005/8/layout/hierarchy1"/>
    <dgm:cxn modelId="{1BEAB4E2-6215-48E6-AC2A-4B117110CC8D}" type="presParOf" srcId="{BB4CB512-922D-4515-A038-E96FDAE5CE32}" destId="{4DF77903-AC82-45F0-B3CE-FE06B3F378B3}" srcOrd="0" destOrd="0" presId="urn:microsoft.com/office/officeart/2005/8/layout/hierarchy1"/>
    <dgm:cxn modelId="{C09D9593-411A-4546-B95C-76673E0DA2C2}" type="presParOf" srcId="{4DF77903-AC82-45F0-B3CE-FE06B3F378B3}" destId="{AF115412-5462-4AED-9D59-41862028AC9C}" srcOrd="0" destOrd="0" presId="urn:microsoft.com/office/officeart/2005/8/layout/hierarchy1"/>
    <dgm:cxn modelId="{506D21BE-388C-46D8-9250-CFEBB4BD5BD9}" type="presParOf" srcId="{4DF77903-AC82-45F0-B3CE-FE06B3F378B3}" destId="{2EE7B13C-369D-472C-9033-669C92C25570}" srcOrd="1" destOrd="0" presId="urn:microsoft.com/office/officeart/2005/8/layout/hierarchy1"/>
    <dgm:cxn modelId="{2DB843BB-8FEF-49AC-847C-80ECCDFB2DEF}" type="presParOf" srcId="{BB4CB512-922D-4515-A038-E96FDAE5CE32}" destId="{455870E9-8597-49D4-86B1-55A2A9A0721D}" srcOrd="1" destOrd="0" presId="urn:microsoft.com/office/officeart/2005/8/layout/hierarchy1"/>
    <dgm:cxn modelId="{A703CE8B-BCA7-434B-8AE5-28E43E83FEED}" type="presParOf" srcId="{FE31E676-BCD4-47A2-B387-E3B037D6EE93}" destId="{4026A613-2CBA-481B-B65D-4649417926CC}" srcOrd="1" destOrd="0" presId="urn:microsoft.com/office/officeart/2005/8/layout/hierarchy1"/>
    <dgm:cxn modelId="{1CD18B32-54DB-4785-BB79-C7C2A2196AC4}" type="presParOf" srcId="{4026A613-2CBA-481B-B65D-4649417926CC}" destId="{E2DBF67C-2586-4874-B0C3-74376DB20915}" srcOrd="0" destOrd="0" presId="urn:microsoft.com/office/officeart/2005/8/layout/hierarchy1"/>
    <dgm:cxn modelId="{12C09F38-00E7-4DD5-983A-59EF047AEE3A}" type="presParOf" srcId="{E2DBF67C-2586-4874-B0C3-74376DB20915}" destId="{1B3AD086-3A4B-4A7A-9F5C-F79509691B7D}" srcOrd="0" destOrd="0" presId="urn:microsoft.com/office/officeart/2005/8/layout/hierarchy1"/>
    <dgm:cxn modelId="{5F825A4D-D9B8-4157-99EF-6BEEB7F8F41F}" type="presParOf" srcId="{E2DBF67C-2586-4874-B0C3-74376DB20915}" destId="{A9216252-5132-4C4B-AF17-C038758C37E1}" srcOrd="1" destOrd="0" presId="urn:microsoft.com/office/officeart/2005/8/layout/hierarchy1"/>
    <dgm:cxn modelId="{45028C47-B15C-4D27-92F0-510891C54BB8}" type="presParOf" srcId="{4026A613-2CBA-481B-B65D-4649417926CC}" destId="{7E79AB8F-9EED-48BF-8286-9029283AF134}" srcOrd="1" destOrd="0" presId="urn:microsoft.com/office/officeart/2005/8/layout/hierarchy1"/>
    <dgm:cxn modelId="{B9A4B5F7-3828-4F06-85F4-E49C7BBB189B}" type="presParOf" srcId="{FE31E676-BCD4-47A2-B387-E3B037D6EE93}" destId="{0564220F-4FFB-458A-A5E0-CFCC5EE1F0AF}" srcOrd="2" destOrd="0" presId="urn:microsoft.com/office/officeart/2005/8/layout/hierarchy1"/>
    <dgm:cxn modelId="{03AF3341-504C-4889-BB8C-BA6A23713A8B}" type="presParOf" srcId="{0564220F-4FFB-458A-A5E0-CFCC5EE1F0AF}" destId="{22CCD652-5ED7-4743-B743-C7683466D99C}" srcOrd="0" destOrd="0" presId="urn:microsoft.com/office/officeart/2005/8/layout/hierarchy1"/>
    <dgm:cxn modelId="{BEACC5F0-22FA-4F84-B361-81A32B1C3CCB}" type="presParOf" srcId="{22CCD652-5ED7-4743-B743-C7683466D99C}" destId="{21D490A2-6573-4991-9E74-3BA9BB8B3690}" srcOrd="0" destOrd="0" presId="urn:microsoft.com/office/officeart/2005/8/layout/hierarchy1"/>
    <dgm:cxn modelId="{95DC58CD-9EBB-4235-9C8D-C0531F59DCA7}" type="presParOf" srcId="{22CCD652-5ED7-4743-B743-C7683466D99C}" destId="{93AEBE14-16AC-4A55-B3DD-1463D616EA5B}" srcOrd="1" destOrd="0" presId="urn:microsoft.com/office/officeart/2005/8/layout/hierarchy1"/>
    <dgm:cxn modelId="{2CAA6FFD-4C5C-4D54-91EA-40ED6DA78E8E}" type="presParOf" srcId="{0564220F-4FFB-458A-A5E0-CFCC5EE1F0AF}" destId="{58B2153A-B776-4F0B-9CE5-C8322259A21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910CA2-1FEA-4225-B751-9EA122948E0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0D05DAC-1256-4115-9D7C-D432471BEF68}">
      <dgm:prSet/>
      <dgm:spPr/>
      <dgm:t>
        <a:bodyPr/>
        <a:lstStyle/>
        <a:p>
          <a:r>
            <a:rPr lang="en-US"/>
            <a:t>1. User initiates transaction</a:t>
          </a:r>
        </a:p>
      </dgm:t>
    </dgm:pt>
    <dgm:pt modelId="{B79C07F7-9498-4B97-ABB0-9BC78A6E3226}" type="parTrans" cxnId="{7629315C-68C1-48EB-969E-2DDA94DA1512}">
      <dgm:prSet/>
      <dgm:spPr/>
      <dgm:t>
        <a:bodyPr/>
        <a:lstStyle/>
        <a:p>
          <a:endParaRPr lang="en-US"/>
        </a:p>
      </dgm:t>
    </dgm:pt>
    <dgm:pt modelId="{6BBE4757-1F7D-4EA3-9E00-9DCDB8E74F22}" type="sibTrans" cxnId="{7629315C-68C1-48EB-969E-2DDA94DA1512}">
      <dgm:prSet/>
      <dgm:spPr/>
      <dgm:t>
        <a:bodyPr/>
        <a:lstStyle/>
        <a:p>
          <a:endParaRPr lang="en-US"/>
        </a:p>
      </dgm:t>
    </dgm:pt>
    <dgm:pt modelId="{1D7BFCE4-4FE9-4D3D-BB54-85DAB724B08C}">
      <dgm:prSet/>
      <dgm:spPr/>
      <dgm:t>
        <a:bodyPr/>
        <a:lstStyle/>
        <a:p>
          <a:r>
            <a:rPr lang="en-US"/>
            <a:t>2. Transaction details captured on blockchain</a:t>
          </a:r>
        </a:p>
      </dgm:t>
    </dgm:pt>
    <dgm:pt modelId="{FD061F5C-A954-4B5F-A650-5710930590BC}" type="parTrans" cxnId="{9AE0578E-B786-4E25-B9EA-61B2E4B77E44}">
      <dgm:prSet/>
      <dgm:spPr/>
      <dgm:t>
        <a:bodyPr/>
        <a:lstStyle/>
        <a:p>
          <a:endParaRPr lang="en-US"/>
        </a:p>
      </dgm:t>
    </dgm:pt>
    <dgm:pt modelId="{7B28807A-F428-4CA9-ACFA-B0FED90FDD8A}" type="sibTrans" cxnId="{9AE0578E-B786-4E25-B9EA-61B2E4B77E44}">
      <dgm:prSet/>
      <dgm:spPr/>
      <dgm:t>
        <a:bodyPr/>
        <a:lstStyle/>
        <a:p>
          <a:endParaRPr lang="en-US"/>
        </a:p>
      </dgm:t>
    </dgm:pt>
    <dgm:pt modelId="{A0FF6C34-8E23-4BE4-9C7A-F620BC56F155}">
      <dgm:prSet/>
      <dgm:spPr/>
      <dgm:t>
        <a:bodyPr/>
        <a:lstStyle/>
        <a:p>
          <a:r>
            <a:rPr lang="en-US"/>
            <a:t>3. ML model evaluates transaction in real-time</a:t>
          </a:r>
        </a:p>
      </dgm:t>
    </dgm:pt>
    <dgm:pt modelId="{B4298B79-388E-498D-BEED-BAD887FFCDCB}" type="parTrans" cxnId="{39145B20-A491-435C-897B-69E079D571E3}">
      <dgm:prSet/>
      <dgm:spPr/>
      <dgm:t>
        <a:bodyPr/>
        <a:lstStyle/>
        <a:p>
          <a:endParaRPr lang="en-US"/>
        </a:p>
      </dgm:t>
    </dgm:pt>
    <dgm:pt modelId="{1E424AD3-C434-49BB-8F56-3833E5026EBE}" type="sibTrans" cxnId="{39145B20-A491-435C-897B-69E079D571E3}">
      <dgm:prSet/>
      <dgm:spPr/>
      <dgm:t>
        <a:bodyPr/>
        <a:lstStyle/>
        <a:p>
          <a:endParaRPr lang="en-US"/>
        </a:p>
      </dgm:t>
    </dgm:pt>
    <dgm:pt modelId="{CEC03FF9-2D7B-4BD4-89A9-2D2E8F09768E}">
      <dgm:prSet/>
      <dgm:spPr/>
      <dgm:t>
        <a:bodyPr/>
        <a:lstStyle/>
        <a:p>
          <a:r>
            <a:rPr lang="en-US"/>
            <a:t>4. FraudAlert generated and stored in Move module</a:t>
          </a:r>
        </a:p>
      </dgm:t>
    </dgm:pt>
    <dgm:pt modelId="{CE0DDF8D-8A1A-4E3E-A57E-8DC2A6C78524}" type="parTrans" cxnId="{B5F51D49-A924-4327-816C-B018B3F4217E}">
      <dgm:prSet/>
      <dgm:spPr/>
      <dgm:t>
        <a:bodyPr/>
        <a:lstStyle/>
        <a:p>
          <a:endParaRPr lang="en-US"/>
        </a:p>
      </dgm:t>
    </dgm:pt>
    <dgm:pt modelId="{BFC2CA6A-DEC4-49D5-989B-7C29F1AC4439}" type="sibTrans" cxnId="{B5F51D49-A924-4327-816C-B018B3F4217E}">
      <dgm:prSet/>
      <dgm:spPr/>
      <dgm:t>
        <a:bodyPr/>
        <a:lstStyle/>
        <a:p>
          <a:endParaRPr lang="en-US"/>
        </a:p>
      </dgm:t>
    </dgm:pt>
    <dgm:pt modelId="{CBF3A46C-0D81-43AC-BDB2-DACCF2C0872F}">
      <dgm:prSet/>
      <dgm:spPr/>
      <dgm:t>
        <a:bodyPr/>
        <a:lstStyle/>
        <a:p>
          <a:r>
            <a:rPr lang="en-US"/>
            <a:t>5. Security team notified</a:t>
          </a:r>
        </a:p>
      </dgm:t>
    </dgm:pt>
    <dgm:pt modelId="{05184922-8308-417F-8296-C857700F37CE}" type="parTrans" cxnId="{8331A426-7173-4A7F-963F-20C0E6E835FC}">
      <dgm:prSet/>
      <dgm:spPr/>
      <dgm:t>
        <a:bodyPr/>
        <a:lstStyle/>
        <a:p>
          <a:endParaRPr lang="en-US"/>
        </a:p>
      </dgm:t>
    </dgm:pt>
    <dgm:pt modelId="{D6AE5F41-94BC-4AD5-9144-A473A3C29B61}" type="sibTrans" cxnId="{8331A426-7173-4A7F-963F-20C0E6E835FC}">
      <dgm:prSet/>
      <dgm:spPr/>
      <dgm:t>
        <a:bodyPr/>
        <a:lstStyle/>
        <a:p>
          <a:endParaRPr lang="en-US"/>
        </a:p>
      </dgm:t>
    </dgm:pt>
    <dgm:pt modelId="{B91E1541-3748-49F8-A8C0-5EC237BFF5FB}" type="pres">
      <dgm:prSet presAssocID="{32910CA2-1FEA-4225-B751-9EA122948E0D}" presName="vert0" presStyleCnt="0">
        <dgm:presLayoutVars>
          <dgm:dir/>
          <dgm:animOne val="branch"/>
          <dgm:animLvl val="lvl"/>
        </dgm:presLayoutVars>
      </dgm:prSet>
      <dgm:spPr/>
    </dgm:pt>
    <dgm:pt modelId="{D37541D9-613F-4023-BB5B-C78CE0334ECA}" type="pres">
      <dgm:prSet presAssocID="{50D05DAC-1256-4115-9D7C-D432471BEF68}" presName="thickLine" presStyleLbl="alignNode1" presStyleIdx="0" presStyleCnt="5"/>
      <dgm:spPr/>
    </dgm:pt>
    <dgm:pt modelId="{AF1161DF-6A63-41F6-8D53-30363C38A69A}" type="pres">
      <dgm:prSet presAssocID="{50D05DAC-1256-4115-9D7C-D432471BEF68}" presName="horz1" presStyleCnt="0"/>
      <dgm:spPr/>
    </dgm:pt>
    <dgm:pt modelId="{7941B4B0-61B6-4FCF-BE7A-4F282307FEE2}" type="pres">
      <dgm:prSet presAssocID="{50D05DAC-1256-4115-9D7C-D432471BEF68}" presName="tx1" presStyleLbl="revTx" presStyleIdx="0" presStyleCnt="5"/>
      <dgm:spPr/>
    </dgm:pt>
    <dgm:pt modelId="{858D8FCC-237B-45EF-9F23-02185CA8851D}" type="pres">
      <dgm:prSet presAssocID="{50D05DAC-1256-4115-9D7C-D432471BEF68}" presName="vert1" presStyleCnt="0"/>
      <dgm:spPr/>
    </dgm:pt>
    <dgm:pt modelId="{5634BC88-ED17-4987-97CD-A2BDE27B0BB0}" type="pres">
      <dgm:prSet presAssocID="{1D7BFCE4-4FE9-4D3D-BB54-85DAB724B08C}" presName="thickLine" presStyleLbl="alignNode1" presStyleIdx="1" presStyleCnt="5"/>
      <dgm:spPr/>
    </dgm:pt>
    <dgm:pt modelId="{70E4BC04-CCCB-4107-8253-3016BFC61748}" type="pres">
      <dgm:prSet presAssocID="{1D7BFCE4-4FE9-4D3D-BB54-85DAB724B08C}" presName="horz1" presStyleCnt="0"/>
      <dgm:spPr/>
    </dgm:pt>
    <dgm:pt modelId="{5E628E4C-0C07-4AB0-8032-07A33599C1D7}" type="pres">
      <dgm:prSet presAssocID="{1D7BFCE4-4FE9-4D3D-BB54-85DAB724B08C}" presName="tx1" presStyleLbl="revTx" presStyleIdx="1" presStyleCnt="5"/>
      <dgm:spPr/>
    </dgm:pt>
    <dgm:pt modelId="{85B64D41-4929-4219-8AAF-791F28DC3EAE}" type="pres">
      <dgm:prSet presAssocID="{1D7BFCE4-4FE9-4D3D-BB54-85DAB724B08C}" presName="vert1" presStyleCnt="0"/>
      <dgm:spPr/>
    </dgm:pt>
    <dgm:pt modelId="{2968F83D-B403-4C79-978E-8B5BF51F2EB8}" type="pres">
      <dgm:prSet presAssocID="{A0FF6C34-8E23-4BE4-9C7A-F620BC56F155}" presName="thickLine" presStyleLbl="alignNode1" presStyleIdx="2" presStyleCnt="5"/>
      <dgm:spPr/>
    </dgm:pt>
    <dgm:pt modelId="{80EE42DF-E382-4EDD-9118-6B9C334142CA}" type="pres">
      <dgm:prSet presAssocID="{A0FF6C34-8E23-4BE4-9C7A-F620BC56F155}" presName="horz1" presStyleCnt="0"/>
      <dgm:spPr/>
    </dgm:pt>
    <dgm:pt modelId="{BEDA69FF-0AAC-4640-BB21-AF3C88B8F01F}" type="pres">
      <dgm:prSet presAssocID="{A0FF6C34-8E23-4BE4-9C7A-F620BC56F155}" presName="tx1" presStyleLbl="revTx" presStyleIdx="2" presStyleCnt="5"/>
      <dgm:spPr/>
    </dgm:pt>
    <dgm:pt modelId="{95733E5F-C58D-4FAA-A0B4-07D2BAAFB42B}" type="pres">
      <dgm:prSet presAssocID="{A0FF6C34-8E23-4BE4-9C7A-F620BC56F155}" presName="vert1" presStyleCnt="0"/>
      <dgm:spPr/>
    </dgm:pt>
    <dgm:pt modelId="{4D341290-DD52-46AC-8DF0-F425AA61D451}" type="pres">
      <dgm:prSet presAssocID="{CEC03FF9-2D7B-4BD4-89A9-2D2E8F09768E}" presName="thickLine" presStyleLbl="alignNode1" presStyleIdx="3" presStyleCnt="5"/>
      <dgm:spPr/>
    </dgm:pt>
    <dgm:pt modelId="{6B6ACC81-2CF1-4165-8808-C29C56758974}" type="pres">
      <dgm:prSet presAssocID="{CEC03FF9-2D7B-4BD4-89A9-2D2E8F09768E}" presName="horz1" presStyleCnt="0"/>
      <dgm:spPr/>
    </dgm:pt>
    <dgm:pt modelId="{11DA4ECB-D4C7-4504-A179-F2E2DA457B35}" type="pres">
      <dgm:prSet presAssocID="{CEC03FF9-2D7B-4BD4-89A9-2D2E8F09768E}" presName="tx1" presStyleLbl="revTx" presStyleIdx="3" presStyleCnt="5"/>
      <dgm:spPr/>
    </dgm:pt>
    <dgm:pt modelId="{07D67978-CBF7-430C-BCE1-35FD846FB45F}" type="pres">
      <dgm:prSet presAssocID="{CEC03FF9-2D7B-4BD4-89A9-2D2E8F09768E}" presName="vert1" presStyleCnt="0"/>
      <dgm:spPr/>
    </dgm:pt>
    <dgm:pt modelId="{5A666799-70CF-46B6-ACFF-0FBDE9B24678}" type="pres">
      <dgm:prSet presAssocID="{CBF3A46C-0D81-43AC-BDB2-DACCF2C0872F}" presName="thickLine" presStyleLbl="alignNode1" presStyleIdx="4" presStyleCnt="5"/>
      <dgm:spPr/>
    </dgm:pt>
    <dgm:pt modelId="{12D14FDB-EDAD-4168-8BF2-6D9A7A699030}" type="pres">
      <dgm:prSet presAssocID="{CBF3A46C-0D81-43AC-BDB2-DACCF2C0872F}" presName="horz1" presStyleCnt="0"/>
      <dgm:spPr/>
    </dgm:pt>
    <dgm:pt modelId="{EC84AD44-E426-4313-8A46-72D63617C622}" type="pres">
      <dgm:prSet presAssocID="{CBF3A46C-0D81-43AC-BDB2-DACCF2C0872F}" presName="tx1" presStyleLbl="revTx" presStyleIdx="4" presStyleCnt="5"/>
      <dgm:spPr/>
    </dgm:pt>
    <dgm:pt modelId="{8604FD75-2868-4EA2-AF3A-0B1E5F9629B5}" type="pres">
      <dgm:prSet presAssocID="{CBF3A46C-0D81-43AC-BDB2-DACCF2C0872F}" presName="vert1" presStyleCnt="0"/>
      <dgm:spPr/>
    </dgm:pt>
  </dgm:ptLst>
  <dgm:cxnLst>
    <dgm:cxn modelId="{1539F814-3176-47AB-A9C9-8BB093B4DFDE}" type="presOf" srcId="{50D05DAC-1256-4115-9D7C-D432471BEF68}" destId="{7941B4B0-61B6-4FCF-BE7A-4F282307FEE2}" srcOrd="0" destOrd="0" presId="urn:microsoft.com/office/officeart/2008/layout/LinedList"/>
    <dgm:cxn modelId="{39145B20-A491-435C-897B-69E079D571E3}" srcId="{32910CA2-1FEA-4225-B751-9EA122948E0D}" destId="{A0FF6C34-8E23-4BE4-9C7A-F620BC56F155}" srcOrd="2" destOrd="0" parTransId="{B4298B79-388E-498D-BEED-BAD887FFCDCB}" sibTransId="{1E424AD3-C434-49BB-8F56-3833E5026EBE}"/>
    <dgm:cxn modelId="{8331A426-7173-4A7F-963F-20C0E6E835FC}" srcId="{32910CA2-1FEA-4225-B751-9EA122948E0D}" destId="{CBF3A46C-0D81-43AC-BDB2-DACCF2C0872F}" srcOrd="4" destOrd="0" parTransId="{05184922-8308-417F-8296-C857700F37CE}" sibTransId="{D6AE5F41-94BC-4AD5-9144-A473A3C29B61}"/>
    <dgm:cxn modelId="{A12EA73B-D198-4B76-8CDC-1754E7AFC469}" type="presOf" srcId="{CEC03FF9-2D7B-4BD4-89A9-2D2E8F09768E}" destId="{11DA4ECB-D4C7-4504-A179-F2E2DA457B35}" srcOrd="0" destOrd="0" presId="urn:microsoft.com/office/officeart/2008/layout/LinedList"/>
    <dgm:cxn modelId="{7629315C-68C1-48EB-969E-2DDA94DA1512}" srcId="{32910CA2-1FEA-4225-B751-9EA122948E0D}" destId="{50D05DAC-1256-4115-9D7C-D432471BEF68}" srcOrd="0" destOrd="0" parTransId="{B79C07F7-9498-4B97-ABB0-9BC78A6E3226}" sibTransId="{6BBE4757-1F7D-4EA3-9E00-9DCDB8E74F22}"/>
    <dgm:cxn modelId="{B5F51D49-A924-4327-816C-B018B3F4217E}" srcId="{32910CA2-1FEA-4225-B751-9EA122948E0D}" destId="{CEC03FF9-2D7B-4BD4-89A9-2D2E8F09768E}" srcOrd="3" destOrd="0" parTransId="{CE0DDF8D-8A1A-4E3E-A57E-8DC2A6C78524}" sibTransId="{BFC2CA6A-DEC4-49D5-989B-7C29F1AC4439}"/>
    <dgm:cxn modelId="{9D0B7E6A-07BE-4FF5-B1D0-926C1E887764}" type="presOf" srcId="{A0FF6C34-8E23-4BE4-9C7A-F620BC56F155}" destId="{BEDA69FF-0AAC-4640-BB21-AF3C88B8F01F}" srcOrd="0" destOrd="0" presId="urn:microsoft.com/office/officeart/2008/layout/LinedList"/>
    <dgm:cxn modelId="{6A86BB55-3079-4693-8716-5CA067135D2F}" type="presOf" srcId="{CBF3A46C-0D81-43AC-BDB2-DACCF2C0872F}" destId="{EC84AD44-E426-4313-8A46-72D63617C622}" srcOrd="0" destOrd="0" presId="urn:microsoft.com/office/officeart/2008/layout/LinedList"/>
    <dgm:cxn modelId="{DB9FD880-B2F2-4EC8-8E19-D863EF27E89C}" type="presOf" srcId="{32910CA2-1FEA-4225-B751-9EA122948E0D}" destId="{B91E1541-3748-49F8-A8C0-5EC237BFF5FB}" srcOrd="0" destOrd="0" presId="urn:microsoft.com/office/officeart/2008/layout/LinedList"/>
    <dgm:cxn modelId="{6C6B9E84-7E8D-4706-9C1B-019A12098585}" type="presOf" srcId="{1D7BFCE4-4FE9-4D3D-BB54-85DAB724B08C}" destId="{5E628E4C-0C07-4AB0-8032-07A33599C1D7}" srcOrd="0" destOrd="0" presId="urn:microsoft.com/office/officeart/2008/layout/LinedList"/>
    <dgm:cxn modelId="{9AE0578E-B786-4E25-B9EA-61B2E4B77E44}" srcId="{32910CA2-1FEA-4225-B751-9EA122948E0D}" destId="{1D7BFCE4-4FE9-4D3D-BB54-85DAB724B08C}" srcOrd="1" destOrd="0" parTransId="{FD061F5C-A954-4B5F-A650-5710930590BC}" sibTransId="{7B28807A-F428-4CA9-ACFA-B0FED90FDD8A}"/>
    <dgm:cxn modelId="{59A86AA1-4B2C-476B-9BBB-8326C70458BA}" type="presParOf" srcId="{B91E1541-3748-49F8-A8C0-5EC237BFF5FB}" destId="{D37541D9-613F-4023-BB5B-C78CE0334ECA}" srcOrd="0" destOrd="0" presId="urn:microsoft.com/office/officeart/2008/layout/LinedList"/>
    <dgm:cxn modelId="{FCE63A04-ABB3-4682-A78E-115D5E09EA9C}" type="presParOf" srcId="{B91E1541-3748-49F8-A8C0-5EC237BFF5FB}" destId="{AF1161DF-6A63-41F6-8D53-30363C38A69A}" srcOrd="1" destOrd="0" presId="urn:microsoft.com/office/officeart/2008/layout/LinedList"/>
    <dgm:cxn modelId="{C61DD83F-A82F-4B4D-BC62-A2261BB7BDD4}" type="presParOf" srcId="{AF1161DF-6A63-41F6-8D53-30363C38A69A}" destId="{7941B4B0-61B6-4FCF-BE7A-4F282307FEE2}" srcOrd="0" destOrd="0" presId="urn:microsoft.com/office/officeart/2008/layout/LinedList"/>
    <dgm:cxn modelId="{98EEF2D1-1838-4D0A-9207-5A35305EA84F}" type="presParOf" srcId="{AF1161DF-6A63-41F6-8D53-30363C38A69A}" destId="{858D8FCC-237B-45EF-9F23-02185CA8851D}" srcOrd="1" destOrd="0" presId="urn:microsoft.com/office/officeart/2008/layout/LinedList"/>
    <dgm:cxn modelId="{A017E5F3-C772-4988-8830-EEE88C4AFD62}" type="presParOf" srcId="{B91E1541-3748-49F8-A8C0-5EC237BFF5FB}" destId="{5634BC88-ED17-4987-97CD-A2BDE27B0BB0}" srcOrd="2" destOrd="0" presId="urn:microsoft.com/office/officeart/2008/layout/LinedList"/>
    <dgm:cxn modelId="{56E289FD-1BD9-4802-9893-B86E3CEE7ADF}" type="presParOf" srcId="{B91E1541-3748-49F8-A8C0-5EC237BFF5FB}" destId="{70E4BC04-CCCB-4107-8253-3016BFC61748}" srcOrd="3" destOrd="0" presId="urn:microsoft.com/office/officeart/2008/layout/LinedList"/>
    <dgm:cxn modelId="{FCF5C0E4-1599-4A7D-BEFE-C7C24557A762}" type="presParOf" srcId="{70E4BC04-CCCB-4107-8253-3016BFC61748}" destId="{5E628E4C-0C07-4AB0-8032-07A33599C1D7}" srcOrd="0" destOrd="0" presId="urn:microsoft.com/office/officeart/2008/layout/LinedList"/>
    <dgm:cxn modelId="{38C8D56D-141D-4115-A109-5C959F0E8ED1}" type="presParOf" srcId="{70E4BC04-CCCB-4107-8253-3016BFC61748}" destId="{85B64D41-4929-4219-8AAF-791F28DC3EAE}" srcOrd="1" destOrd="0" presId="urn:microsoft.com/office/officeart/2008/layout/LinedList"/>
    <dgm:cxn modelId="{12147DEE-E5EF-4E42-B361-8E0D5CC23792}" type="presParOf" srcId="{B91E1541-3748-49F8-A8C0-5EC237BFF5FB}" destId="{2968F83D-B403-4C79-978E-8B5BF51F2EB8}" srcOrd="4" destOrd="0" presId="urn:microsoft.com/office/officeart/2008/layout/LinedList"/>
    <dgm:cxn modelId="{20028674-E80A-46A0-A4C3-015A3901A8A4}" type="presParOf" srcId="{B91E1541-3748-49F8-A8C0-5EC237BFF5FB}" destId="{80EE42DF-E382-4EDD-9118-6B9C334142CA}" srcOrd="5" destOrd="0" presId="urn:microsoft.com/office/officeart/2008/layout/LinedList"/>
    <dgm:cxn modelId="{2409D532-2FBF-4714-BB82-69315253843F}" type="presParOf" srcId="{80EE42DF-E382-4EDD-9118-6B9C334142CA}" destId="{BEDA69FF-0AAC-4640-BB21-AF3C88B8F01F}" srcOrd="0" destOrd="0" presId="urn:microsoft.com/office/officeart/2008/layout/LinedList"/>
    <dgm:cxn modelId="{12770D59-DDA3-4702-AD4A-4B3F3C2DE0AB}" type="presParOf" srcId="{80EE42DF-E382-4EDD-9118-6B9C334142CA}" destId="{95733E5F-C58D-4FAA-A0B4-07D2BAAFB42B}" srcOrd="1" destOrd="0" presId="urn:microsoft.com/office/officeart/2008/layout/LinedList"/>
    <dgm:cxn modelId="{90D53A6B-CCF1-4202-8DD1-54376C9D1F6D}" type="presParOf" srcId="{B91E1541-3748-49F8-A8C0-5EC237BFF5FB}" destId="{4D341290-DD52-46AC-8DF0-F425AA61D451}" srcOrd="6" destOrd="0" presId="urn:microsoft.com/office/officeart/2008/layout/LinedList"/>
    <dgm:cxn modelId="{23A03237-83B7-4D70-A5E4-A533AA09866B}" type="presParOf" srcId="{B91E1541-3748-49F8-A8C0-5EC237BFF5FB}" destId="{6B6ACC81-2CF1-4165-8808-C29C56758974}" srcOrd="7" destOrd="0" presId="urn:microsoft.com/office/officeart/2008/layout/LinedList"/>
    <dgm:cxn modelId="{3F5B231A-D931-464A-80F6-CD37735063D5}" type="presParOf" srcId="{6B6ACC81-2CF1-4165-8808-C29C56758974}" destId="{11DA4ECB-D4C7-4504-A179-F2E2DA457B35}" srcOrd="0" destOrd="0" presId="urn:microsoft.com/office/officeart/2008/layout/LinedList"/>
    <dgm:cxn modelId="{56348371-29D8-4DCD-8FC2-23352B390892}" type="presParOf" srcId="{6B6ACC81-2CF1-4165-8808-C29C56758974}" destId="{07D67978-CBF7-430C-BCE1-35FD846FB45F}" srcOrd="1" destOrd="0" presId="urn:microsoft.com/office/officeart/2008/layout/LinedList"/>
    <dgm:cxn modelId="{72E562C2-244B-40D9-AD04-8A53B4D838F0}" type="presParOf" srcId="{B91E1541-3748-49F8-A8C0-5EC237BFF5FB}" destId="{5A666799-70CF-46B6-ACFF-0FBDE9B24678}" srcOrd="8" destOrd="0" presId="urn:microsoft.com/office/officeart/2008/layout/LinedList"/>
    <dgm:cxn modelId="{F8F04B5D-033A-4B11-B6EE-2C5D105391EE}" type="presParOf" srcId="{B91E1541-3748-49F8-A8C0-5EC237BFF5FB}" destId="{12D14FDB-EDAD-4168-8BF2-6D9A7A699030}" srcOrd="9" destOrd="0" presId="urn:microsoft.com/office/officeart/2008/layout/LinedList"/>
    <dgm:cxn modelId="{4267A139-CD16-486E-8C7C-81D5EE824AF6}" type="presParOf" srcId="{12D14FDB-EDAD-4168-8BF2-6D9A7A699030}" destId="{EC84AD44-E426-4313-8A46-72D63617C622}" srcOrd="0" destOrd="0" presId="urn:microsoft.com/office/officeart/2008/layout/LinedList"/>
    <dgm:cxn modelId="{60353790-92D2-47E8-86AF-68FA4D25F192}" type="presParOf" srcId="{12D14FDB-EDAD-4168-8BF2-6D9A7A699030}" destId="{8604FD75-2868-4EA2-AF3A-0B1E5F9629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F0576-1AAC-4499-93AA-C8070C3BBA04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949E8-5C83-4E66-969A-49EB77EA31B5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Hackathon 2025</a:t>
          </a:r>
        </a:p>
      </dsp:txBody>
      <dsp:txXfrm>
        <a:off x="298991" y="1277365"/>
        <a:ext cx="2219346" cy="1377989"/>
      </dsp:txXfrm>
    </dsp:sp>
    <dsp:sp modelId="{BBD07E0D-0C0C-4B38-8F57-1BBF96B75DA4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56FF4-2B33-4D2A-A730-2998DA50DB61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Team: </a:t>
          </a:r>
          <a:r>
            <a:rPr lang="en-US" sz="2000" kern="1200" dirty="0" err="1"/>
            <a:t>CodeEats</a:t>
          </a:r>
          <a:endParaRPr lang="en-US" sz="2000" kern="1200" dirty="0"/>
        </a:p>
      </dsp:txBody>
      <dsp:txXfrm>
        <a:off x="3116322" y="1277365"/>
        <a:ext cx="2219346" cy="1377989"/>
      </dsp:txXfrm>
    </dsp:sp>
    <dsp:sp modelId="{7D76B3C2-E25A-4F20-89D1-515686DB800A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FC5B3-0176-451A-A48B-870338625630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Members : Rishabh Gupta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Uday Gautam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2DDBA-6CED-418A-B2CF-11A2775FC702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47013-66D4-476E-88A5-167BA0C37A0C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Rising financial frauds impacting individuals and businesses</a:t>
          </a:r>
        </a:p>
      </dsp:txBody>
      <dsp:txXfrm>
        <a:off x="78583" y="2183504"/>
        <a:ext cx="2399612" cy="720000"/>
      </dsp:txXfrm>
    </dsp:sp>
    <dsp:sp modelId="{51F01609-75BB-477E-80D5-83BB65D6E3E4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3E278-CF66-46D4-B421-A1E5188D7731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Manual detection is slow and error-prone</a:t>
          </a:r>
        </a:p>
      </dsp:txBody>
      <dsp:txXfrm>
        <a:off x="2898129" y="2183504"/>
        <a:ext cx="2399612" cy="720000"/>
      </dsp:txXfrm>
    </dsp:sp>
    <dsp:sp modelId="{4CA4B3AA-819C-4AC2-9E81-E2B69991B61F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3A7F9-7189-4902-9EF8-05BFA0506BE3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Need: Automated, real-time, and accurate fraud detection</a:t>
          </a:r>
        </a:p>
      </dsp:txBody>
      <dsp:txXfrm>
        <a:off x="5717674" y="2183504"/>
        <a:ext cx="239961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85DE9-8266-4FC4-B8DD-B0073CC814C6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482D5-4EF4-4AF9-B0B5-439376A3C2D7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Detect fraudulent transactions automatically</a:t>
          </a:r>
        </a:p>
      </dsp:txBody>
      <dsp:txXfrm>
        <a:off x="298991" y="1277365"/>
        <a:ext cx="2219346" cy="1377989"/>
      </dsp:txXfrm>
    </dsp:sp>
    <dsp:sp modelId="{19367FB5-0193-4371-8F80-DE22B2DEAE41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1D7F7-F7E5-475E-92D9-5E178A76A9E8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Reduce false positives and ensure real-time alerts</a:t>
          </a:r>
        </a:p>
      </dsp:txBody>
      <dsp:txXfrm>
        <a:off x="3116322" y="1277365"/>
        <a:ext cx="2219346" cy="1377989"/>
      </dsp:txXfrm>
    </dsp:sp>
    <dsp:sp modelId="{D339BA70-771F-40F2-AF59-E5869BF4FC01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3E4A2-8F13-413F-84EE-2F526B5FAFDD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Provide actionable insights for security teams</a:t>
          </a:r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15412-5462-4AED-9D59-41862028AC9C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7B13C-369D-472C-9033-669C92C25570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Built using Aptos Move smart contracts for secure on-chain events</a:t>
          </a:r>
        </a:p>
      </dsp:txBody>
      <dsp:txXfrm>
        <a:off x="298991" y="1277365"/>
        <a:ext cx="2219346" cy="1377989"/>
      </dsp:txXfrm>
    </dsp:sp>
    <dsp:sp modelId="{1B3AD086-3A4B-4A7A-9F5C-F79509691B7D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16252-5132-4C4B-AF17-C038758C37E1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ML-based anomaly detection on transaction patterns</a:t>
          </a:r>
        </a:p>
      </dsp:txBody>
      <dsp:txXfrm>
        <a:off x="3116322" y="1277365"/>
        <a:ext cx="2219346" cy="1377989"/>
      </dsp:txXfrm>
    </dsp:sp>
    <dsp:sp modelId="{21D490A2-6573-4991-9E74-3BA9BB8B3690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EBE14-16AC-4A55-B3DD-1463D616EA5B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Event logging and reporting via blockchain</a:t>
          </a:r>
        </a:p>
      </dsp:txBody>
      <dsp:txXfrm>
        <a:off x="5933653" y="1277365"/>
        <a:ext cx="2219346" cy="13779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541D9-613F-4023-BB5B-C78CE0334ECA}">
      <dsp:nvSpPr>
        <dsp:cNvPr id="0" name=""/>
        <dsp:cNvSpPr/>
      </dsp:nvSpPr>
      <dsp:spPr>
        <a:xfrm>
          <a:off x="0" y="450"/>
          <a:ext cx="81958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1B4B0-61B6-4FCF-BE7A-4F282307FEE2}">
      <dsp:nvSpPr>
        <dsp:cNvPr id="0" name=""/>
        <dsp:cNvSpPr/>
      </dsp:nvSpPr>
      <dsp:spPr>
        <a:xfrm>
          <a:off x="0" y="450"/>
          <a:ext cx="8195871" cy="737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1. User initiates transaction</a:t>
          </a:r>
        </a:p>
      </dsp:txBody>
      <dsp:txXfrm>
        <a:off x="0" y="450"/>
        <a:ext cx="8195871" cy="737700"/>
      </dsp:txXfrm>
    </dsp:sp>
    <dsp:sp modelId="{5634BC88-ED17-4987-97CD-A2BDE27B0BB0}">
      <dsp:nvSpPr>
        <dsp:cNvPr id="0" name=""/>
        <dsp:cNvSpPr/>
      </dsp:nvSpPr>
      <dsp:spPr>
        <a:xfrm>
          <a:off x="0" y="738151"/>
          <a:ext cx="8195871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28E4C-0C07-4AB0-8032-07A33599C1D7}">
      <dsp:nvSpPr>
        <dsp:cNvPr id="0" name=""/>
        <dsp:cNvSpPr/>
      </dsp:nvSpPr>
      <dsp:spPr>
        <a:xfrm>
          <a:off x="0" y="738151"/>
          <a:ext cx="8195871" cy="737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2. Transaction details captured on blockchain</a:t>
          </a:r>
        </a:p>
      </dsp:txBody>
      <dsp:txXfrm>
        <a:off x="0" y="738151"/>
        <a:ext cx="8195871" cy="737700"/>
      </dsp:txXfrm>
    </dsp:sp>
    <dsp:sp modelId="{2968F83D-B403-4C79-978E-8B5BF51F2EB8}">
      <dsp:nvSpPr>
        <dsp:cNvPr id="0" name=""/>
        <dsp:cNvSpPr/>
      </dsp:nvSpPr>
      <dsp:spPr>
        <a:xfrm>
          <a:off x="0" y="1475852"/>
          <a:ext cx="8195871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A69FF-0AAC-4640-BB21-AF3C88B8F01F}">
      <dsp:nvSpPr>
        <dsp:cNvPr id="0" name=""/>
        <dsp:cNvSpPr/>
      </dsp:nvSpPr>
      <dsp:spPr>
        <a:xfrm>
          <a:off x="0" y="1475852"/>
          <a:ext cx="8195871" cy="737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3. ML model evaluates transaction in real-time</a:t>
          </a:r>
        </a:p>
      </dsp:txBody>
      <dsp:txXfrm>
        <a:off x="0" y="1475852"/>
        <a:ext cx="8195871" cy="737700"/>
      </dsp:txXfrm>
    </dsp:sp>
    <dsp:sp modelId="{4D341290-DD52-46AC-8DF0-F425AA61D451}">
      <dsp:nvSpPr>
        <dsp:cNvPr id="0" name=""/>
        <dsp:cNvSpPr/>
      </dsp:nvSpPr>
      <dsp:spPr>
        <a:xfrm>
          <a:off x="0" y="2213552"/>
          <a:ext cx="8195871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A4ECB-D4C7-4504-A179-F2E2DA457B35}">
      <dsp:nvSpPr>
        <dsp:cNvPr id="0" name=""/>
        <dsp:cNvSpPr/>
      </dsp:nvSpPr>
      <dsp:spPr>
        <a:xfrm>
          <a:off x="0" y="2213552"/>
          <a:ext cx="8195871" cy="737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4. FraudAlert generated and stored in Move module</a:t>
          </a:r>
        </a:p>
      </dsp:txBody>
      <dsp:txXfrm>
        <a:off x="0" y="2213552"/>
        <a:ext cx="8195871" cy="737700"/>
      </dsp:txXfrm>
    </dsp:sp>
    <dsp:sp modelId="{5A666799-70CF-46B6-ACFF-0FBDE9B24678}">
      <dsp:nvSpPr>
        <dsp:cNvPr id="0" name=""/>
        <dsp:cNvSpPr/>
      </dsp:nvSpPr>
      <dsp:spPr>
        <a:xfrm>
          <a:off x="0" y="2951253"/>
          <a:ext cx="819587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4AD44-E426-4313-8A46-72D63617C622}">
      <dsp:nvSpPr>
        <dsp:cNvPr id="0" name=""/>
        <dsp:cNvSpPr/>
      </dsp:nvSpPr>
      <dsp:spPr>
        <a:xfrm>
          <a:off x="0" y="2951253"/>
          <a:ext cx="8195871" cy="737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5. Security team notified</a:t>
          </a:r>
        </a:p>
      </dsp:txBody>
      <dsp:txXfrm>
        <a:off x="0" y="2951253"/>
        <a:ext cx="8195871" cy="737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AI-Powered Financial Fraud Detector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09A837-D13A-47B5-4999-4A0C8DF529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32578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The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AAE560-C685-A621-6613-9F905583B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42537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Our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D6EB8F-5F79-4164-479F-16D5835357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74791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AI-Driven Fraud Detector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398A8E-91CD-B9BA-5E89-100CAAF1F4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5113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82C273-CB2F-FABB-176D-1E58BB6AB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08443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• Real-time fraud detection</a:t>
            </a:r>
          </a:p>
          <a:p>
            <a:r>
              <a:rPr lang="en-US" sz="1700"/>
              <a:t>• Immutable transaction logging on Aptos blockchain</a:t>
            </a:r>
          </a:p>
          <a:p>
            <a:r>
              <a:rPr lang="en-US" sz="1700"/>
              <a:t>• Custom alert events using Move module</a:t>
            </a:r>
          </a:p>
          <a:p>
            <a:r>
              <a:rPr lang="en-US" sz="1700"/>
              <a:t>• Easy integration with existing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Our Demo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• Alerts detected during test run</a:t>
            </a:r>
          </a:p>
          <a:p>
            <a:r>
              <a:rPr lang="en-US" sz="1700"/>
              <a:t>• Accuracy / precision of ML detection</a:t>
            </a:r>
          </a:p>
          <a:p>
            <a:r>
              <a:rPr lang="en-US" sz="1700"/>
              <a:t>• Sample FraudAlert emitted on-chain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Conclusion &amp; Next Steps</a:t>
            </a:r>
          </a:p>
        </p:txBody>
      </p:sp>
      <p:pic>
        <p:nvPicPr>
          <p:cNvPr id="8" name="Content Placeholder 7" descr="A diagram of a security system">
            <a:extLst>
              <a:ext uri="{FF2B5EF4-FFF2-40B4-BE49-F238E27FC236}">
                <a16:creationId xmlns:a16="http://schemas.microsoft.com/office/drawing/2014/main" id="{6693D5E7-4D88-6024-53BA-CA46A1516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948" y="2518294"/>
            <a:ext cx="6586586" cy="415769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180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AI-Powered Financial Fraud Detector</vt:lpstr>
      <vt:lpstr>The Challenge</vt:lpstr>
      <vt:lpstr>Our Goal</vt:lpstr>
      <vt:lpstr>AI-Driven Fraud Detector</vt:lpstr>
      <vt:lpstr>System Architecture</vt:lpstr>
      <vt:lpstr>Key Features</vt:lpstr>
      <vt:lpstr>Our Demo Highlights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Financial Fraud Detector</dc:title>
  <dc:subject/>
  <dc:creator/>
  <cp:keywords/>
  <dc:description>generated using python-pptx</dc:description>
  <cp:lastModifiedBy>Rishabh Gupta</cp:lastModifiedBy>
  <cp:revision>2</cp:revision>
  <dcterms:created xsi:type="dcterms:W3CDTF">2013-01-27T09:14:16Z</dcterms:created>
  <dcterms:modified xsi:type="dcterms:W3CDTF">2025-11-14T08:55:16Z</dcterms:modified>
  <cp:category/>
</cp:coreProperties>
</file>